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7"/>
  </p:notesMasterIdLst>
  <p:sldIdLst>
    <p:sldId id="256" r:id="rId2"/>
    <p:sldId id="257" r:id="rId3"/>
    <p:sldId id="259" r:id="rId4"/>
    <p:sldId id="260" r:id="rId5"/>
    <p:sldId id="261"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hahar\Downloads\Final_Prioritized_Outreach_List%20(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Cumulative saved</a:t>
            </a:r>
            <a:r>
              <a:rPr lang="en-US" baseline="0" dirty="0"/>
              <a:t> </a:t>
            </a:r>
            <a:r>
              <a:rPr lang="en-US" dirty="0"/>
              <a:t>members</a:t>
            </a:r>
            <a:r>
              <a:rPr lang="en-US" baseline="0" dirty="0"/>
              <a:t> vs num of calls</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Sheet1!$D$1</c:f>
              <c:strCache>
                <c:ptCount val="1"/>
                <c:pt idx="0">
                  <c:v>cumulative_saved_members</c:v>
                </c:pt>
              </c:strCache>
            </c:strRef>
          </c:tx>
          <c:spPr>
            <a:ln w="28575" cap="rnd">
              <a:solidFill>
                <a:schemeClr val="accent6"/>
              </a:solidFill>
              <a:round/>
            </a:ln>
            <a:effectLst/>
          </c:spPr>
          <c:marker>
            <c:symbol val="none"/>
          </c:marker>
          <c:val>
            <c:numRef>
              <c:f>Sheet1!$D$2:$D$6144</c:f>
              <c:numCache>
                <c:formatCode>General</c:formatCode>
                <c:ptCount val="6143"/>
                <c:pt idx="0">
                  <c:v>0.1961715176123118</c:v>
                </c:pt>
                <c:pt idx="1">
                  <c:v>0.37151981212721241</c:v>
                </c:pt>
                <c:pt idx="2">
                  <c:v>0.54468474187234528</c:v>
                </c:pt>
                <c:pt idx="3">
                  <c:v>0.7119339228473115</c:v>
                </c:pt>
                <c:pt idx="4">
                  <c:v>0.87803580881850551</c:v>
                </c:pt>
                <c:pt idx="5">
                  <c:v>1.039513286319284</c:v>
                </c:pt>
                <c:pt idx="6">
                  <c:v>1.199587959826014</c:v>
                </c:pt>
                <c:pt idx="7">
                  <c:v>1.356923784475988</c:v>
                </c:pt>
                <c:pt idx="8">
                  <c:v>1.509162289553319</c:v>
                </c:pt>
                <c:pt idx="9">
                  <c:v>1.6563704786348099</c:v>
                </c:pt>
                <c:pt idx="10">
                  <c:v>1.802582424691324</c:v>
                </c:pt>
                <c:pt idx="11">
                  <c:v>1.948665690433115</c:v>
                </c:pt>
                <c:pt idx="12">
                  <c:v>2.0941350165556449</c:v>
                </c:pt>
                <c:pt idx="13">
                  <c:v>2.2394832925025501</c:v>
                </c:pt>
                <c:pt idx="14">
                  <c:v>2.3835067697195989</c:v>
                </c:pt>
                <c:pt idx="15">
                  <c:v>2.5257925725310879</c:v>
                </c:pt>
                <c:pt idx="16">
                  <c:v>2.667886184689733</c:v>
                </c:pt>
                <c:pt idx="17">
                  <c:v>2.8083610954422258</c:v>
                </c:pt>
                <c:pt idx="18">
                  <c:v>2.9471870680920969</c:v>
                </c:pt>
                <c:pt idx="19">
                  <c:v>3.0858742358903508</c:v>
                </c:pt>
                <c:pt idx="20">
                  <c:v>3.223903133338009</c:v>
                </c:pt>
                <c:pt idx="21">
                  <c:v>3.360999279609842</c:v>
                </c:pt>
                <c:pt idx="22">
                  <c:v>3.4977254835625908</c:v>
                </c:pt>
                <c:pt idx="23">
                  <c:v>3.633951632922138</c:v>
                </c:pt>
                <c:pt idx="24">
                  <c:v>3.7697347017508092</c:v>
                </c:pt>
                <c:pt idx="25">
                  <c:v>3.905220177187342</c:v>
                </c:pt>
                <c:pt idx="26">
                  <c:v>4.0387127453516189</c:v>
                </c:pt>
                <c:pt idx="27">
                  <c:v>4.1716868118623909</c:v>
                </c:pt>
                <c:pt idx="28">
                  <c:v>4.3038968615034729</c:v>
                </c:pt>
                <c:pt idx="29">
                  <c:v>4.4350017116952962</c:v>
                </c:pt>
                <c:pt idx="30">
                  <c:v>4.5656048204374029</c:v>
                </c:pt>
                <c:pt idx="31">
                  <c:v>4.6953431210671592</c:v>
                </c:pt>
                <c:pt idx="32">
                  <c:v>4.8250474138324106</c:v>
                </c:pt>
                <c:pt idx="33">
                  <c:v>4.9546190026703689</c:v>
                </c:pt>
                <c:pt idx="34">
                  <c:v>5.0837549855764594</c:v>
                </c:pt>
                <c:pt idx="35">
                  <c:v>5.2128643653505264</c:v>
                </c:pt>
                <c:pt idx="36">
                  <c:v>5.3418416095485419</c:v>
                </c:pt>
                <c:pt idx="37">
                  <c:v>5.4706535065319866</c:v>
                </c:pt>
                <c:pt idx="38">
                  <c:v>5.5981994638675436</c:v>
                </c:pt>
                <c:pt idx="39">
                  <c:v>5.7247292829216896</c:v>
                </c:pt>
                <c:pt idx="40">
                  <c:v>5.8512576774719047</c:v>
                </c:pt>
                <c:pt idx="41">
                  <c:v>5.9776574145464458</c:v>
                </c:pt>
                <c:pt idx="42">
                  <c:v>6.1033968316315841</c:v>
                </c:pt>
                <c:pt idx="43">
                  <c:v>6.228930119449017</c:v>
                </c:pt>
                <c:pt idx="44">
                  <c:v>6.3544582317677456</c:v>
                </c:pt>
                <c:pt idx="45">
                  <c:v>6.4798549821736966</c:v>
                </c:pt>
                <c:pt idx="46">
                  <c:v>6.6052385032753342</c:v>
                </c:pt>
                <c:pt idx="47">
                  <c:v>6.7305650050161354</c:v>
                </c:pt>
                <c:pt idx="48">
                  <c:v>6.8556578480618082</c:v>
                </c:pt>
                <c:pt idx="49">
                  <c:v>6.980107234322956</c:v>
                </c:pt>
                <c:pt idx="50">
                  <c:v>7.104397752323325</c:v>
                </c:pt>
                <c:pt idx="51">
                  <c:v>7.2286066724578184</c:v>
                </c:pt>
                <c:pt idx="52">
                  <c:v>7.3523565003426219</c:v>
                </c:pt>
                <c:pt idx="53">
                  <c:v>7.4760400206859572</c:v>
                </c:pt>
                <c:pt idx="54">
                  <c:v>7.5992812028218228</c:v>
                </c:pt>
                <c:pt idx="55">
                  <c:v>7.722469794755356</c:v>
                </c:pt>
                <c:pt idx="56">
                  <c:v>7.8451833413767096</c:v>
                </c:pt>
                <c:pt idx="57">
                  <c:v>7.967667046745917</c:v>
                </c:pt>
                <c:pt idx="58">
                  <c:v>8.0901048081720006</c:v>
                </c:pt>
                <c:pt idx="59">
                  <c:v>8.2123633871584527</c:v>
                </c:pt>
                <c:pt idx="60">
                  <c:v>8.3342193803117439</c:v>
                </c:pt>
                <c:pt idx="61">
                  <c:v>8.4560301012325017</c:v>
                </c:pt>
                <c:pt idx="62">
                  <c:v>8.5778198860017696</c:v>
                </c:pt>
                <c:pt idx="63">
                  <c:v>8.6994245079808969</c:v>
                </c:pt>
                <c:pt idx="64">
                  <c:v>8.8209994444941699</c:v>
                </c:pt>
                <c:pt idx="65">
                  <c:v>8.9425363592993463</c:v>
                </c:pt>
                <c:pt idx="66">
                  <c:v>9.0638354826862084</c:v>
                </c:pt>
                <c:pt idx="67">
                  <c:v>9.1849080770765301</c:v>
                </c:pt>
                <c:pt idx="68">
                  <c:v>9.3058752863546559</c:v>
                </c:pt>
                <c:pt idx="69">
                  <c:v>9.4268132752372811</c:v>
                </c:pt>
                <c:pt idx="70">
                  <c:v>9.5475902104227401</c:v>
                </c:pt>
                <c:pt idx="71">
                  <c:v>9.6683170456219294</c:v>
                </c:pt>
                <c:pt idx="72">
                  <c:v>9.7889371939363503</c:v>
                </c:pt>
                <c:pt idx="73">
                  <c:v>9.9087934592216964</c:v>
                </c:pt>
                <c:pt idx="74">
                  <c:v>10.028648138226201</c:v>
                </c:pt>
                <c:pt idx="75">
                  <c:v>10.14835309030612</c:v>
                </c:pt>
                <c:pt idx="76">
                  <c:v>10.267613431848551</c:v>
                </c:pt>
                <c:pt idx="77">
                  <c:v>10.38679297453074</c:v>
                </c:pt>
                <c:pt idx="78">
                  <c:v>10.50595908501127</c:v>
                </c:pt>
                <c:pt idx="79">
                  <c:v>10.6247795225009</c:v>
                </c:pt>
                <c:pt idx="80">
                  <c:v>10.74359380384511</c:v>
                </c:pt>
                <c:pt idx="81">
                  <c:v>10.862005538150081</c:v>
                </c:pt>
                <c:pt idx="82">
                  <c:v>10.98041509679417</c:v>
                </c:pt>
                <c:pt idx="83">
                  <c:v>11.09845633890022</c:v>
                </c:pt>
                <c:pt idx="84">
                  <c:v>11.21612294062129</c:v>
                </c:pt>
                <c:pt idx="85">
                  <c:v>11.333043957377329</c:v>
                </c:pt>
                <c:pt idx="86">
                  <c:v>11.44983381808408</c:v>
                </c:pt>
                <c:pt idx="87">
                  <c:v>11.5662156739435</c:v>
                </c:pt>
                <c:pt idx="88">
                  <c:v>11.6823212965237</c:v>
                </c:pt>
                <c:pt idx="89">
                  <c:v>11.798117027021121</c:v>
                </c:pt>
                <c:pt idx="90">
                  <c:v>11.91378830813945</c:v>
                </c:pt>
                <c:pt idx="91">
                  <c:v>12.0293997406151</c:v>
                </c:pt>
                <c:pt idx="92">
                  <c:v>12.14488968672581</c:v>
                </c:pt>
                <c:pt idx="93">
                  <c:v>12.26010425947076</c:v>
                </c:pt>
                <c:pt idx="94">
                  <c:v>12.375006170386889</c:v>
                </c:pt>
                <c:pt idx="95">
                  <c:v>12.48968373416969</c:v>
                </c:pt>
                <c:pt idx="96">
                  <c:v>12.60428445263396</c:v>
                </c:pt>
                <c:pt idx="97">
                  <c:v>12.718442002428191</c:v>
                </c:pt>
                <c:pt idx="98">
                  <c:v>12.832245770848299</c:v>
                </c:pt>
                <c:pt idx="99">
                  <c:v>12.94571658875036</c:v>
                </c:pt>
                <c:pt idx="100">
                  <c:v>13.058986253401789</c:v>
                </c:pt>
                <c:pt idx="101">
                  <c:v>13.172132912839499</c:v>
                </c:pt>
                <c:pt idx="102">
                  <c:v>13.284448093819551</c:v>
                </c:pt>
                <c:pt idx="103">
                  <c:v>13.39656187481858</c:v>
                </c:pt>
                <c:pt idx="104">
                  <c:v>13.508613365003381</c:v>
                </c:pt>
                <c:pt idx="105">
                  <c:v>13.62062229603346</c:v>
                </c:pt>
                <c:pt idx="106">
                  <c:v>13.73229933228372</c:v>
                </c:pt>
                <c:pt idx="107">
                  <c:v>13.84387573508614</c:v>
                </c:pt>
                <c:pt idx="108">
                  <c:v>13.955404999664641</c:v>
                </c:pt>
                <c:pt idx="109">
                  <c:v>14.066382775934359</c:v>
                </c:pt>
                <c:pt idx="110">
                  <c:v>14.177034553325839</c:v>
                </c:pt>
                <c:pt idx="111">
                  <c:v>14.28765431203453</c:v>
                </c:pt>
                <c:pt idx="112">
                  <c:v>14.398213424530381</c:v>
                </c:pt>
                <c:pt idx="113">
                  <c:v>14.50848138595568</c:v>
                </c:pt>
                <c:pt idx="114">
                  <c:v>14.61832767530615</c:v>
                </c:pt>
                <c:pt idx="115">
                  <c:v>14.72789249175632</c:v>
                </c:pt>
                <c:pt idx="116">
                  <c:v>14.837436527668659</c:v>
                </c:pt>
                <c:pt idx="117">
                  <c:v>14.946909377095309</c:v>
                </c:pt>
                <c:pt idx="118">
                  <c:v>15.05631789220041</c:v>
                </c:pt>
                <c:pt idx="119">
                  <c:v>15.165641180263069</c:v>
                </c:pt>
                <c:pt idx="120">
                  <c:v>15.27474223848138</c:v>
                </c:pt>
                <c:pt idx="121">
                  <c:v>15.383754921320509</c:v>
                </c:pt>
                <c:pt idx="122">
                  <c:v>15.49262208067772</c:v>
                </c:pt>
                <c:pt idx="123">
                  <c:v>15.601317145845989</c:v>
                </c:pt>
                <c:pt idx="124">
                  <c:v>15.709955968835891</c:v>
                </c:pt>
                <c:pt idx="125">
                  <c:v>15.81854317863958</c:v>
                </c:pt>
                <c:pt idx="126">
                  <c:v>15.92704960298328</c:v>
                </c:pt>
                <c:pt idx="127">
                  <c:v>16.034998072377949</c:v>
                </c:pt>
                <c:pt idx="128">
                  <c:v>16.142774851694501</c:v>
                </c:pt>
                <c:pt idx="129">
                  <c:v>16.250471948042549</c:v>
                </c:pt>
                <c:pt idx="130">
                  <c:v>16.35813509911226</c:v>
                </c:pt>
                <c:pt idx="131">
                  <c:v>16.465773203946949</c:v>
                </c:pt>
                <c:pt idx="132">
                  <c:v>16.573354072912181</c:v>
                </c:pt>
                <c:pt idx="133">
                  <c:v>16.680489777226359</c:v>
                </c:pt>
                <c:pt idx="134">
                  <c:v>16.787562520090091</c:v>
                </c:pt>
                <c:pt idx="135">
                  <c:v>16.894535828827141</c:v>
                </c:pt>
                <c:pt idx="136">
                  <c:v>17.001386037478841</c:v>
                </c:pt>
                <c:pt idx="137">
                  <c:v>17.10821546625326</c:v>
                </c:pt>
                <c:pt idx="138">
                  <c:v>17.21499500043489</c:v>
                </c:pt>
                <c:pt idx="139">
                  <c:v>17.321753577651201</c:v>
                </c:pt>
                <c:pt idx="140">
                  <c:v>17.42828268958667</c:v>
                </c:pt>
                <c:pt idx="141">
                  <c:v>17.53449207876141</c:v>
                </c:pt>
                <c:pt idx="142">
                  <c:v>17.640568970914948</c:v>
                </c:pt>
                <c:pt idx="143">
                  <c:v>17.746476679307239</c:v>
                </c:pt>
                <c:pt idx="144">
                  <c:v>17.852279216599719</c:v>
                </c:pt>
                <c:pt idx="145">
                  <c:v>17.957937623890722</c:v>
                </c:pt>
                <c:pt idx="146">
                  <c:v>18.063378819891479</c:v>
                </c:pt>
                <c:pt idx="147">
                  <c:v>18.168384943805421</c:v>
                </c:pt>
                <c:pt idx="148">
                  <c:v>18.273365996112791</c:v>
                </c:pt>
                <c:pt idx="149">
                  <c:v>18.378337992321111</c:v>
                </c:pt>
                <c:pt idx="150">
                  <c:v>18.483240683807889</c:v>
                </c:pt>
                <c:pt idx="151">
                  <c:v>18.588133283810588</c:v>
                </c:pt>
                <c:pt idx="152">
                  <c:v>18.692905674032691</c:v>
                </c:pt>
                <c:pt idx="153">
                  <c:v>18.797586144761532</c:v>
                </c:pt>
                <c:pt idx="154">
                  <c:v>18.902060240485</c:v>
                </c:pt>
                <c:pt idx="155">
                  <c:v>19.00646480115558</c:v>
                </c:pt>
                <c:pt idx="156">
                  <c:v>19.11084937439384</c:v>
                </c:pt>
                <c:pt idx="157">
                  <c:v>19.215089082869561</c:v>
                </c:pt>
                <c:pt idx="158">
                  <c:v>19.319321314587821</c:v>
                </c:pt>
                <c:pt idx="159">
                  <c:v>19.423385332734181</c:v>
                </c:pt>
                <c:pt idx="160">
                  <c:v>19.527241699666771</c:v>
                </c:pt>
                <c:pt idx="161">
                  <c:v>19.631048632059631</c:v>
                </c:pt>
                <c:pt idx="162">
                  <c:v>19.734740737309671</c:v>
                </c:pt>
                <c:pt idx="163">
                  <c:v>19.838323726723111</c:v>
                </c:pt>
                <c:pt idx="164">
                  <c:v>19.941905335694472</c:v>
                </c:pt>
                <c:pt idx="165">
                  <c:v>20.045268286713402</c:v>
                </c:pt>
                <c:pt idx="166">
                  <c:v>20.148586671366068</c:v>
                </c:pt>
                <c:pt idx="167">
                  <c:v>20.25179232955842</c:v>
                </c:pt>
                <c:pt idx="168">
                  <c:v>20.354912575308461</c:v>
                </c:pt>
                <c:pt idx="169">
                  <c:v>20.458028679805171</c:v>
                </c:pt>
                <c:pt idx="170">
                  <c:v>20.561081604248201</c:v>
                </c:pt>
                <c:pt idx="171">
                  <c:v>20.664121483670002</c:v>
                </c:pt>
                <c:pt idx="172">
                  <c:v>20.767141306663792</c:v>
                </c:pt>
                <c:pt idx="173">
                  <c:v>20.870099544967228</c:v>
                </c:pt>
                <c:pt idx="174">
                  <c:v>20.97304023779893</c:v>
                </c:pt>
                <c:pt idx="175">
                  <c:v>21.075922457168701</c:v>
                </c:pt>
                <c:pt idx="176">
                  <c:v>21.178659845044379</c:v>
                </c:pt>
                <c:pt idx="177">
                  <c:v>21.280836188055169</c:v>
                </c:pt>
                <c:pt idx="178">
                  <c:v>21.382971525763409</c:v>
                </c:pt>
                <c:pt idx="179">
                  <c:v>21.48501387490905</c:v>
                </c:pt>
                <c:pt idx="180">
                  <c:v>21.587045758185681</c:v>
                </c:pt>
                <c:pt idx="181">
                  <c:v>21.689036943936809</c:v>
                </c:pt>
                <c:pt idx="182">
                  <c:v>21.791003358223112</c:v>
                </c:pt>
                <c:pt idx="183">
                  <c:v>21.892921467837461</c:v>
                </c:pt>
                <c:pt idx="184">
                  <c:v>21.99479117495353</c:v>
                </c:pt>
                <c:pt idx="185">
                  <c:v>22.09664337271856</c:v>
                </c:pt>
                <c:pt idx="186">
                  <c:v>22.19847628118416</c:v>
                </c:pt>
                <c:pt idx="187">
                  <c:v>22.300267586337981</c:v>
                </c:pt>
                <c:pt idx="188">
                  <c:v>22.401786700075672</c:v>
                </c:pt>
                <c:pt idx="189">
                  <c:v>22.5032980744909</c:v>
                </c:pt>
                <c:pt idx="190">
                  <c:v>22.604653139343188</c:v>
                </c:pt>
                <c:pt idx="191">
                  <c:v>22.705898607039419</c:v>
                </c:pt>
                <c:pt idx="192">
                  <c:v>22.807063050607461</c:v>
                </c:pt>
                <c:pt idx="193">
                  <c:v>22.908222086679348</c:v>
                </c:pt>
                <c:pt idx="194">
                  <c:v>23.009165355927369</c:v>
                </c:pt>
                <c:pt idx="195">
                  <c:v>23.109990241039391</c:v>
                </c:pt>
                <c:pt idx="196">
                  <c:v>23.210572117594179</c:v>
                </c:pt>
                <c:pt idx="197">
                  <c:v>23.310985331787901</c:v>
                </c:pt>
                <c:pt idx="198">
                  <c:v>23.411146779003548</c:v>
                </c:pt>
                <c:pt idx="199">
                  <c:v>23.511305461092181</c:v>
                </c:pt>
                <c:pt idx="200">
                  <c:v>23.611430227031171</c:v>
                </c:pt>
                <c:pt idx="201">
                  <c:v>23.71129968453911</c:v>
                </c:pt>
                <c:pt idx="202">
                  <c:v>23.811154424675809</c:v>
                </c:pt>
                <c:pt idx="203">
                  <c:v>23.91097333447799</c:v>
                </c:pt>
                <c:pt idx="204">
                  <c:v>24.010773671662601</c:v>
                </c:pt>
                <c:pt idx="205">
                  <c:v>24.110336653992739</c:v>
                </c:pt>
                <c:pt idx="206">
                  <c:v>24.209794049815471</c:v>
                </c:pt>
                <c:pt idx="207">
                  <c:v>24.309246445894111</c:v>
                </c:pt>
                <c:pt idx="208">
                  <c:v>24.408618713094359</c:v>
                </c:pt>
                <c:pt idx="209">
                  <c:v>24.50797068642408</c:v>
                </c:pt>
                <c:pt idx="210">
                  <c:v>24.607201578232271</c:v>
                </c:pt>
                <c:pt idx="211">
                  <c:v>24.706194679250181</c:v>
                </c:pt>
                <c:pt idx="212">
                  <c:v>24.80517692608743</c:v>
                </c:pt>
                <c:pt idx="213">
                  <c:v>24.903815560249999</c:v>
                </c:pt>
                <c:pt idx="214">
                  <c:v>25.002350103219928</c:v>
                </c:pt>
                <c:pt idx="215">
                  <c:v>25.100883645829359</c:v>
                </c:pt>
                <c:pt idx="216">
                  <c:v>25.199253425667031</c:v>
                </c:pt>
                <c:pt idx="217">
                  <c:v>25.297604482156469</c:v>
                </c:pt>
                <c:pt idx="218">
                  <c:v>25.39587043331883</c:v>
                </c:pt>
                <c:pt idx="219">
                  <c:v>25.494119046127331</c:v>
                </c:pt>
                <c:pt idx="220">
                  <c:v>25.59234276166492</c:v>
                </c:pt>
                <c:pt idx="221">
                  <c:v>25.690437490017668</c:v>
                </c:pt>
                <c:pt idx="222">
                  <c:v>25.78852423554288</c:v>
                </c:pt>
                <c:pt idx="223">
                  <c:v>25.886604959377909</c:v>
                </c:pt>
                <c:pt idx="224">
                  <c:v>25.984615187926359</c:v>
                </c:pt>
                <c:pt idx="225">
                  <c:v>26.082620380719231</c:v>
                </c:pt>
                <c:pt idx="226">
                  <c:v>26.180577237540739</c:v>
                </c:pt>
                <c:pt idx="227">
                  <c:v>26.27846931296693</c:v>
                </c:pt>
                <c:pt idx="228">
                  <c:v>26.37633797217196</c:v>
                </c:pt>
                <c:pt idx="229">
                  <c:v>26.474082435035822</c:v>
                </c:pt>
                <c:pt idx="230">
                  <c:v>26.571762449994999</c:v>
                </c:pt>
                <c:pt idx="231">
                  <c:v>26.66921252323651</c:v>
                </c:pt>
                <c:pt idx="232">
                  <c:v>26.766599077584271</c:v>
                </c:pt>
                <c:pt idx="233">
                  <c:v>26.863902393888399</c:v>
                </c:pt>
                <c:pt idx="234">
                  <c:v>26.961197044224679</c:v>
                </c:pt>
                <c:pt idx="235">
                  <c:v>27.058416115831388</c:v>
                </c:pt>
                <c:pt idx="236">
                  <c:v>27.155583665863109</c:v>
                </c:pt>
                <c:pt idx="237">
                  <c:v>27.252750555011769</c:v>
                </c:pt>
                <c:pt idx="238">
                  <c:v>27.349908699157101</c:v>
                </c:pt>
                <c:pt idx="239">
                  <c:v>27.447064633762761</c:v>
                </c:pt>
                <c:pt idx="240">
                  <c:v>27.544176627590311</c:v>
                </c:pt>
                <c:pt idx="241">
                  <c:v>27.641265481408151</c:v>
                </c:pt>
                <c:pt idx="242">
                  <c:v>27.73818595436882</c:v>
                </c:pt>
                <c:pt idx="243">
                  <c:v>27.835103328244941</c:v>
                </c:pt>
                <c:pt idx="244">
                  <c:v>27.93196549557306</c:v>
                </c:pt>
                <c:pt idx="245">
                  <c:v>28.02878859473422</c:v>
                </c:pt>
                <c:pt idx="246">
                  <c:v>28.12555524411135</c:v>
                </c:pt>
                <c:pt idx="247">
                  <c:v>28.222307608835639</c:v>
                </c:pt>
                <c:pt idx="248">
                  <c:v>28.3190533554871</c:v>
                </c:pt>
                <c:pt idx="249">
                  <c:v>28.415782365277611</c:v>
                </c:pt>
                <c:pt idx="250">
                  <c:v>28.512312121999681</c:v>
                </c:pt>
                <c:pt idx="251">
                  <c:v>28.608766134434589</c:v>
                </c:pt>
                <c:pt idx="252">
                  <c:v>28.705020225404471</c:v>
                </c:pt>
                <c:pt idx="253">
                  <c:v>28.801173820777851</c:v>
                </c:pt>
                <c:pt idx="254">
                  <c:v>28.897276461831591</c:v>
                </c:pt>
                <c:pt idx="255">
                  <c:v>28.99332039766356</c:v>
                </c:pt>
                <c:pt idx="256">
                  <c:v>29.08930347414287</c:v>
                </c:pt>
                <c:pt idx="257">
                  <c:v>29.185232592318989</c:v>
                </c:pt>
                <c:pt idx="258">
                  <c:v>29.281130780451409</c:v>
                </c:pt>
                <c:pt idx="259">
                  <c:v>29.37700521318575</c:v>
                </c:pt>
                <c:pt idx="260">
                  <c:v>29.472861301647018</c:v>
                </c:pt>
                <c:pt idx="261">
                  <c:v>29.568448077519719</c:v>
                </c:pt>
                <c:pt idx="262">
                  <c:v>29.664026104465009</c:v>
                </c:pt>
                <c:pt idx="263">
                  <c:v>29.759452434702279</c:v>
                </c:pt>
                <c:pt idx="264">
                  <c:v>29.854799171730459</c:v>
                </c:pt>
                <c:pt idx="265">
                  <c:v>29.95009758064483</c:v>
                </c:pt>
                <c:pt idx="266">
                  <c:v>30.045334055657111</c:v>
                </c:pt>
                <c:pt idx="267">
                  <c:v>30.140566764346829</c:v>
                </c:pt>
                <c:pt idx="268">
                  <c:v>30.235720021813059</c:v>
                </c:pt>
                <c:pt idx="269">
                  <c:v>30.330828451065049</c:v>
                </c:pt>
                <c:pt idx="270">
                  <c:v>30.425927770470391</c:v>
                </c:pt>
                <c:pt idx="271">
                  <c:v>30.520954422145579</c:v>
                </c:pt>
                <c:pt idx="272">
                  <c:v>30.615864071368119</c:v>
                </c:pt>
                <c:pt idx="273">
                  <c:v>30.71076203019242</c:v>
                </c:pt>
                <c:pt idx="274">
                  <c:v>30.805641150868642</c:v>
                </c:pt>
                <c:pt idx="275">
                  <c:v>30.900364232313621</c:v>
                </c:pt>
                <c:pt idx="276">
                  <c:v>30.994770770950002</c:v>
                </c:pt>
                <c:pt idx="277">
                  <c:v>31.089122643546752</c:v>
                </c:pt>
                <c:pt idx="278">
                  <c:v>31.183238646905298</c:v>
                </c:pt>
                <c:pt idx="279">
                  <c:v>31.27735053721053</c:v>
                </c:pt>
                <c:pt idx="280">
                  <c:v>31.371338307277679</c:v>
                </c:pt>
                <c:pt idx="281">
                  <c:v>31.465298817826731</c:v>
                </c:pt>
                <c:pt idx="282">
                  <c:v>31.559027137076189</c:v>
                </c:pt>
                <c:pt idx="283">
                  <c:v>31.65259822052732</c:v>
                </c:pt>
                <c:pt idx="284">
                  <c:v>31.74602947584987</c:v>
                </c:pt>
                <c:pt idx="285">
                  <c:v>31.83943625211262</c:v>
                </c:pt>
                <c:pt idx="286">
                  <c:v>31.93276847319061</c:v>
                </c:pt>
                <c:pt idx="287">
                  <c:v>32.026028874950157</c:v>
                </c:pt>
                <c:pt idx="288">
                  <c:v>32.119114588118677</c:v>
                </c:pt>
                <c:pt idx="289">
                  <c:v>32.212142017281359</c:v>
                </c:pt>
                <c:pt idx="290">
                  <c:v>32.305116157948063</c:v>
                </c:pt>
                <c:pt idx="291">
                  <c:v>32.397899732059592</c:v>
                </c:pt>
                <c:pt idx="292">
                  <c:v>32.490595235194213</c:v>
                </c:pt>
                <c:pt idx="293">
                  <c:v>32.583159014644657</c:v>
                </c:pt>
                <c:pt idx="294">
                  <c:v>32.675587492588313</c:v>
                </c:pt>
                <c:pt idx="295">
                  <c:v>32.768005455572947</c:v>
                </c:pt>
                <c:pt idx="296">
                  <c:v>32.860408744019793</c:v>
                </c:pt>
                <c:pt idx="297">
                  <c:v>32.952558424705572</c:v>
                </c:pt>
                <c:pt idx="298">
                  <c:v>33.044702282876642</c:v>
                </c:pt>
                <c:pt idx="299">
                  <c:v>33.136823121668101</c:v>
                </c:pt>
                <c:pt idx="300">
                  <c:v>33.228922618128699</c:v>
                </c:pt>
                <c:pt idx="301">
                  <c:v>33.320986186959821</c:v>
                </c:pt>
                <c:pt idx="302">
                  <c:v>33.412967577585611</c:v>
                </c:pt>
                <c:pt idx="303">
                  <c:v>33.504904539526891</c:v>
                </c:pt>
                <c:pt idx="304">
                  <c:v>33.596836618601237</c:v>
                </c:pt>
                <c:pt idx="305">
                  <c:v>33.688765802801719</c:v>
                </c:pt>
                <c:pt idx="306">
                  <c:v>33.780577086832558</c:v>
                </c:pt>
                <c:pt idx="307">
                  <c:v>33.872247252079468</c:v>
                </c:pt>
                <c:pt idx="308">
                  <c:v>33.963814065167711</c:v>
                </c:pt>
                <c:pt idx="309">
                  <c:v>34.055358957803023</c:v>
                </c:pt>
                <c:pt idx="310">
                  <c:v>34.146853556091067</c:v>
                </c:pt>
                <c:pt idx="311">
                  <c:v>34.238295080946934</c:v>
                </c:pt>
                <c:pt idx="312">
                  <c:v>34.329619668585352</c:v>
                </c:pt>
                <c:pt idx="313">
                  <c:v>34.420852245804362</c:v>
                </c:pt>
                <c:pt idx="314">
                  <c:v>34.51205024406277</c:v>
                </c:pt>
                <c:pt idx="315">
                  <c:v>34.603224606208009</c:v>
                </c:pt>
                <c:pt idx="316">
                  <c:v>34.694398875187289</c:v>
                </c:pt>
                <c:pt idx="317">
                  <c:v>34.785553334320518</c:v>
                </c:pt>
                <c:pt idx="318">
                  <c:v>34.87669221698583</c:v>
                </c:pt>
                <c:pt idx="319">
                  <c:v>34.967829649521633</c:v>
                </c:pt>
                <c:pt idx="320">
                  <c:v>35.058941232171371</c:v>
                </c:pt>
                <c:pt idx="321">
                  <c:v>35.150042721989848</c:v>
                </c:pt>
                <c:pt idx="322">
                  <c:v>35.241128915337271</c:v>
                </c:pt>
                <c:pt idx="323">
                  <c:v>35.332121617805797</c:v>
                </c:pt>
                <c:pt idx="324">
                  <c:v>35.423111687447353</c:v>
                </c:pt>
                <c:pt idx="325">
                  <c:v>35.514012201600721</c:v>
                </c:pt>
                <c:pt idx="326">
                  <c:v>35.604874797917809</c:v>
                </c:pt>
                <c:pt idx="327">
                  <c:v>35.695684177404402</c:v>
                </c:pt>
                <c:pt idx="328">
                  <c:v>35.786453105332058</c:v>
                </c:pt>
                <c:pt idx="329">
                  <c:v>35.877020145910038</c:v>
                </c:pt>
                <c:pt idx="330">
                  <c:v>35.967556366747829</c:v>
                </c:pt>
                <c:pt idx="331">
                  <c:v>36.058076155741141</c:v>
                </c:pt>
                <c:pt idx="332">
                  <c:v>36.148549216641257</c:v>
                </c:pt>
                <c:pt idx="333">
                  <c:v>36.238866256217023</c:v>
                </c:pt>
                <c:pt idx="334">
                  <c:v>36.329173333170807</c:v>
                </c:pt>
                <c:pt idx="335">
                  <c:v>36.419435083848143</c:v>
                </c:pt>
                <c:pt idx="336">
                  <c:v>36.509636031355249</c:v>
                </c:pt>
                <c:pt idx="337">
                  <c:v>36.599819417768011</c:v>
                </c:pt>
                <c:pt idx="338">
                  <c:v>36.689981950827253</c:v>
                </c:pt>
                <c:pt idx="339">
                  <c:v>36.780062060674688</c:v>
                </c:pt>
                <c:pt idx="340">
                  <c:v>36.869937863883067</c:v>
                </c:pt>
                <c:pt idx="341">
                  <c:v>36.959683393786577</c:v>
                </c:pt>
                <c:pt idx="342">
                  <c:v>37.04937070685633</c:v>
                </c:pt>
                <c:pt idx="343">
                  <c:v>37.138994095888819</c:v>
                </c:pt>
                <c:pt idx="344">
                  <c:v>37.228548278549937</c:v>
                </c:pt>
                <c:pt idx="345">
                  <c:v>37.318099916653829</c:v>
                </c:pt>
                <c:pt idx="346">
                  <c:v>37.407610263493012</c:v>
                </c:pt>
                <c:pt idx="347">
                  <c:v>37.49708076722105</c:v>
                </c:pt>
                <c:pt idx="348">
                  <c:v>37.586482137641823</c:v>
                </c:pt>
                <c:pt idx="349">
                  <c:v>37.675748784233207</c:v>
                </c:pt>
                <c:pt idx="350">
                  <c:v>37.764877490170967</c:v>
                </c:pt>
                <c:pt idx="351">
                  <c:v>37.853821713016181</c:v>
                </c:pt>
                <c:pt idx="352">
                  <c:v>37.942735745600203</c:v>
                </c:pt>
                <c:pt idx="353">
                  <c:v>38.031585201910453</c:v>
                </c:pt>
                <c:pt idx="354">
                  <c:v>38.120397893022123</c:v>
                </c:pt>
                <c:pt idx="355">
                  <c:v>38.209036719597549</c:v>
                </c:pt>
                <c:pt idx="356">
                  <c:v>38.29761457429661</c:v>
                </c:pt>
                <c:pt idx="357">
                  <c:v>38.386104244707703</c:v>
                </c:pt>
                <c:pt idx="358">
                  <c:v>38.474559278270647</c:v>
                </c:pt>
                <c:pt idx="359">
                  <c:v>38.562716365776097</c:v>
                </c:pt>
                <c:pt idx="360">
                  <c:v>38.650849651767331</c:v>
                </c:pt>
                <c:pt idx="361">
                  <c:v>38.738946269126203</c:v>
                </c:pt>
                <c:pt idx="362">
                  <c:v>38.826894897180217</c:v>
                </c:pt>
                <c:pt idx="363">
                  <c:v>38.9147908294145</c:v>
                </c:pt>
                <c:pt idx="364">
                  <c:v>39.002674610652477</c:v>
                </c:pt>
                <c:pt idx="365">
                  <c:v>39.090506607097772</c:v>
                </c:pt>
                <c:pt idx="366">
                  <c:v>39.178328502187227</c:v>
                </c:pt>
                <c:pt idx="367">
                  <c:v>39.266064207640163</c:v>
                </c:pt>
                <c:pt idx="368">
                  <c:v>39.353789393912081</c:v>
                </c:pt>
                <c:pt idx="369">
                  <c:v>39.441502815004327</c:v>
                </c:pt>
                <c:pt idx="370">
                  <c:v>39.529196024155553</c:v>
                </c:pt>
                <c:pt idx="371">
                  <c:v>39.616887745739312</c:v>
                </c:pt>
                <c:pt idx="372">
                  <c:v>39.704571512920573</c:v>
                </c:pt>
                <c:pt idx="373">
                  <c:v>39.792220267754708</c:v>
                </c:pt>
                <c:pt idx="374">
                  <c:v>39.879868386767619</c:v>
                </c:pt>
                <c:pt idx="375">
                  <c:v>39.967448870589841</c:v>
                </c:pt>
                <c:pt idx="376">
                  <c:v>40.055021526596072</c:v>
                </c:pt>
                <c:pt idx="377">
                  <c:v>40.142564008944682</c:v>
                </c:pt>
                <c:pt idx="378">
                  <c:v>40.229980307214483</c:v>
                </c:pt>
                <c:pt idx="379">
                  <c:v>40.317365947943557</c:v>
                </c:pt>
                <c:pt idx="380">
                  <c:v>40.40470416225628</c:v>
                </c:pt>
                <c:pt idx="381">
                  <c:v>40.492038842690093</c:v>
                </c:pt>
                <c:pt idx="382">
                  <c:v>40.579362979810668</c:v>
                </c:pt>
                <c:pt idx="383">
                  <c:v>40.666678873208561</c:v>
                </c:pt>
                <c:pt idx="384">
                  <c:v>40.753977365591517</c:v>
                </c:pt>
                <c:pt idx="385">
                  <c:v>40.841273518270768</c:v>
                </c:pt>
                <c:pt idx="386">
                  <c:v>40.928457147351352</c:v>
                </c:pt>
                <c:pt idx="387">
                  <c:v>41.015581722427711</c:v>
                </c:pt>
                <c:pt idx="388">
                  <c:v>41.102675380232228</c:v>
                </c:pt>
                <c:pt idx="389">
                  <c:v>41.189763772921403</c:v>
                </c:pt>
                <c:pt idx="390">
                  <c:v>41.27684036039026</c:v>
                </c:pt>
                <c:pt idx="391">
                  <c:v>41.363905987123232</c:v>
                </c:pt>
                <c:pt idx="392">
                  <c:v>41.450970337599287</c:v>
                </c:pt>
                <c:pt idx="393">
                  <c:v>41.537977987967061</c:v>
                </c:pt>
                <c:pt idx="394">
                  <c:v>41.624908413666112</c:v>
                </c:pt>
                <c:pt idx="395">
                  <c:v>41.711832348830043</c:v>
                </c:pt>
                <c:pt idx="396">
                  <c:v>41.798726551648961</c:v>
                </c:pt>
                <c:pt idx="397">
                  <c:v>41.885605863443217</c:v>
                </c:pt>
                <c:pt idx="398">
                  <c:v>41.972467582218442</c:v>
                </c:pt>
                <c:pt idx="399">
                  <c:v>42.059310680817873</c:v>
                </c:pt>
                <c:pt idx="400">
                  <c:v>42.146117551494051</c:v>
                </c:pt>
                <c:pt idx="401">
                  <c:v>42.232897302805931</c:v>
                </c:pt>
                <c:pt idx="402">
                  <c:v>42.319675391164942</c:v>
                </c:pt>
                <c:pt idx="403">
                  <c:v>42.406386851930819</c:v>
                </c:pt>
                <c:pt idx="404">
                  <c:v>42.493067769200238</c:v>
                </c:pt>
                <c:pt idx="405">
                  <c:v>42.579740230063031</c:v>
                </c:pt>
                <c:pt idx="406">
                  <c:v>42.66617083102944</c:v>
                </c:pt>
                <c:pt idx="407">
                  <c:v>42.75256735154899</c:v>
                </c:pt>
                <c:pt idx="408">
                  <c:v>42.838897066981673</c:v>
                </c:pt>
                <c:pt idx="409">
                  <c:v>42.925184700499408</c:v>
                </c:pt>
                <c:pt idx="410">
                  <c:v>43.011374663987851</c:v>
                </c:pt>
                <c:pt idx="411">
                  <c:v>43.09753733660736</c:v>
                </c:pt>
                <c:pt idx="412">
                  <c:v>43.183664731260762</c:v>
                </c:pt>
                <c:pt idx="413">
                  <c:v>43.269683589513271</c:v>
                </c:pt>
                <c:pt idx="414">
                  <c:v>43.355691446225798</c:v>
                </c:pt>
                <c:pt idx="415">
                  <c:v>43.441662287884213</c:v>
                </c:pt>
                <c:pt idx="416">
                  <c:v>43.527630600672317</c:v>
                </c:pt>
                <c:pt idx="417">
                  <c:v>43.613590031956633</c:v>
                </c:pt>
                <c:pt idx="418">
                  <c:v>43.69954022694111</c:v>
                </c:pt>
                <c:pt idx="419">
                  <c:v>43.785422300435492</c:v>
                </c:pt>
                <c:pt idx="420">
                  <c:v>43.871224422617694</c:v>
                </c:pt>
                <c:pt idx="421">
                  <c:v>43.957012577527003</c:v>
                </c:pt>
                <c:pt idx="422">
                  <c:v>44.042800309195712</c:v>
                </c:pt>
                <c:pt idx="423">
                  <c:v>44.128575151778897</c:v>
                </c:pt>
                <c:pt idx="424">
                  <c:v>44.21434752735901</c:v>
                </c:pt>
                <c:pt idx="425">
                  <c:v>44.299997507924132</c:v>
                </c:pt>
                <c:pt idx="426">
                  <c:v>44.385609625054776</c:v>
                </c:pt>
                <c:pt idx="427">
                  <c:v>44.471214552139251</c:v>
                </c:pt>
                <c:pt idx="428">
                  <c:v>44.556814293751373</c:v>
                </c:pt>
                <c:pt idx="429">
                  <c:v>44.642411177133432</c:v>
                </c:pt>
                <c:pt idx="430">
                  <c:v>44.728007252569597</c:v>
                </c:pt>
                <c:pt idx="431">
                  <c:v>44.813573186298328</c:v>
                </c:pt>
                <c:pt idx="432">
                  <c:v>44.899079188564137</c:v>
                </c:pt>
                <c:pt idx="433">
                  <c:v>44.98458274987231</c:v>
                </c:pt>
                <c:pt idx="434">
                  <c:v>45.070065183610943</c:v>
                </c:pt>
                <c:pt idx="435">
                  <c:v>45.155437249617613</c:v>
                </c:pt>
                <c:pt idx="436">
                  <c:v>45.240716932209502</c:v>
                </c:pt>
                <c:pt idx="437">
                  <c:v>45.325996010828447</c:v>
                </c:pt>
                <c:pt idx="438">
                  <c:v>45.411221768824447</c:v>
                </c:pt>
                <c:pt idx="439">
                  <c:v>45.496391289814007</c:v>
                </c:pt>
                <c:pt idx="440">
                  <c:v>45.581558671634632</c:v>
                </c:pt>
                <c:pt idx="441">
                  <c:v>45.666678734433781</c:v>
                </c:pt>
                <c:pt idx="442">
                  <c:v>45.75179653852711</c:v>
                </c:pt>
                <c:pt idx="443">
                  <c:v>45.836912515284297</c:v>
                </c:pt>
                <c:pt idx="444">
                  <c:v>45.921891803171498</c:v>
                </c:pt>
                <c:pt idx="445">
                  <c:v>46.006829953985722</c:v>
                </c:pt>
                <c:pt idx="446">
                  <c:v>46.091742084652367</c:v>
                </c:pt>
                <c:pt idx="447">
                  <c:v>46.176636356602963</c:v>
                </c:pt>
                <c:pt idx="448">
                  <c:v>46.261477923347393</c:v>
                </c:pt>
                <c:pt idx="449">
                  <c:v>46.346313830079723</c:v>
                </c:pt>
                <c:pt idx="450">
                  <c:v>46.431121211023807</c:v>
                </c:pt>
                <c:pt idx="451">
                  <c:v>46.515897860176182</c:v>
                </c:pt>
                <c:pt idx="452">
                  <c:v>46.600641445843877</c:v>
                </c:pt>
                <c:pt idx="453">
                  <c:v>46.685364874978788</c:v>
                </c:pt>
                <c:pt idx="454">
                  <c:v>46.770040775844578</c:v>
                </c:pt>
                <c:pt idx="455">
                  <c:v>46.854705569337483</c:v>
                </c:pt>
                <c:pt idx="456">
                  <c:v>46.939362874073147</c:v>
                </c:pt>
                <c:pt idx="457">
                  <c:v>47.023903820765199</c:v>
                </c:pt>
                <c:pt idx="458">
                  <c:v>47.108414410638581</c:v>
                </c:pt>
                <c:pt idx="459">
                  <c:v>47.19283944544901</c:v>
                </c:pt>
                <c:pt idx="460">
                  <c:v>47.277047949219977</c:v>
                </c:pt>
                <c:pt idx="461">
                  <c:v>47.361224714127999</c:v>
                </c:pt>
                <c:pt idx="462">
                  <c:v>47.44539818897551</c:v>
                </c:pt>
                <c:pt idx="463">
                  <c:v>47.529537687504288</c:v>
                </c:pt>
                <c:pt idx="464">
                  <c:v>47.613671281303027</c:v>
                </c:pt>
                <c:pt idx="465">
                  <c:v>47.697747185074483</c:v>
                </c:pt>
                <c:pt idx="466">
                  <c:v>47.781784976979338</c:v>
                </c:pt>
                <c:pt idx="467">
                  <c:v>47.865815258051008</c:v>
                </c:pt>
                <c:pt idx="468">
                  <c:v>47.949800870708941</c:v>
                </c:pt>
                <c:pt idx="469">
                  <c:v>48.033782838761269</c:v>
                </c:pt>
                <c:pt idx="470">
                  <c:v>48.117735871170098</c:v>
                </c:pt>
                <c:pt idx="471">
                  <c:v>48.201658519445992</c:v>
                </c:pt>
                <c:pt idx="472">
                  <c:v>48.285490885692447</c:v>
                </c:pt>
                <c:pt idx="473">
                  <c:v>48.36927420340394</c:v>
                </c:pt>
                <c:pt idx="474">
                  <c:v>48.453047557657101</c:v>
                </c:pt>
                <c:pt idx="475">
                  <c:v>48.536810835714853</c:v>
                </c:pt>
                <c:pt idx="476">
                  <c:v>48.620542739699673</c:v>
                </c:pt>
                <c:pt idx="477">
                  <c:v>48.704151560139422</c:v>
                </c:pt>
                <c:pt idx="478">
                  <c:v>48.787759474275852</c:v>
                </c:pt>
                <c:pt idx="479">
                  <c:v>48.871333376936647</c:v>
                </c:pt>
                <c:pt idx="480">
                  <c:v>48.954854063503802</c:v>
                </c:pt>
                <c:pt idx="481">
                  <c:v>49.038347553231752</c:v>
                </c:pt>
                <c:pt idx="482">
                  <c:v>49.121793751576583</c:v>
                </c:pt>
                <c:pt idx="483">
                  <c:v>49.205237000063327</c:v>
                </c:pt>
                <c:pt idx="484">
                  <c:v>49.288673516611951</c:v>
                </c:pt>
                <c:pt idx="485">
                  <c:v>49.371947231314557</c:v>
                </c:pt>
                <c:pt idx="486">
                  <c:v>49.455197675579491</c:v>
                </c:pt>
                <c:pt idx="487">
                  <c:v>49.538426791352407</c:v>
                </c:pt>
                <c:pt idx="488">
                  <c:v>49.621566625642203</c:v>
                </c:pt>
                <c:pt idx="489">
                  <c:v>49.704604683839953</c:v>
                </c:pt>
                <c:pt idx="490">
                  <c:v>49.787568838657393</c:v>
                </c:pt>
                <c:pt idx="491">
                  <c:v>49.870488513724737</c:v>
                </c:pt>
                <c:pt idx="492">
                  <c:v>49.953353875538639</c:v>
                </c:pt>
                <c:pt idx="493">
                  <c:v>50.036138216108597</c:v>
                </c:pt>
                <c:pt idx="494">
                  <c:v>50.118907509603673</c:v>
                </c:pt>
                <c:pt idx="495">
                  <c:v>50.201624124407253</c:v>
                </c:pt>
                <c:pt idx="496">
                  <c:v>50.284300978539292</c:v>
                </c:pt>
                <c:pt idx="497">
                  <c:v>50.366861669040347</c:v>
                </c:pt>
                <c:pt idx="498">
                  <c:v>50.449377130108537</c:v>
                </c:pt>
                <c:pt idx="499">
                  <c:v>50.531807203741486</c:v>
                </c:pt>
                <c:pt idx="500">
                  <c:v>50.614205248530538</c:v>
                </c:pt>
                <c:pt idx="501">
                  <c:v>50.696521571914232</c:v>
                </c:pt>
                <c:pt idx="502">
                  <c:v>50.778794767898347</c:v>
                </c:pt>
                <c:pt idx="503">
                  <c:v>50.860963632904387</c:v>
                </c:pt>
                <c:pt idx="504">
                  <c:v>50.943126914049913</c:v>
                </c:pt>
                <c:pt idx="505">
                  <c:v>51.025260536276519</c:v>
                </c:pt>
                <c:pt idx="506">
                  <c:v>51.107393100688363</c:v>
                </c:pt>
                <c:pt idx="507">
                  <c:v>51.189461705665622</c:v>
                </c:pt>
                <c:pt idx="508">
                  <c:v>51.271471689336792</c:v>
                </c:pt>
                <c:pt idx="509">
                  <c:v>51.353203662489108</c:v>
                </c:pt>
                <c:pt idx="510">
                  <c:v>51.434869010798259</c:v>
                </c:pt>
                <c:pt idx="511">
                  <c:v>51.516490132503783</c:v>
                </c:pt>
                <c:pt idx="512">
                  <c:v>51.598081227531573</c:v>
                </c:pt>
                <c:pt idx="513">
                  <c:v>51.679594063423473</c:v>
                </c:pt>
                <c:pt idx="514">
                  <c:v>51.761099176930848</c:v>
                </c:pt>
                <c:pt idx="515">
                  <c:v>51.842427871478243</c:v>
                </c:pt>
                <c:pt idx="516">
                  <c:v>51.923743436343152</c:v>
                </c:pt>
                <c:pt idx="517">
                  <c:v>52.005048158320712</c:v>
                </c:pt>
                <c:pt idx="518">
                  <c:v>52.086313219705247</c:v>
                </c:pt>
                <c:pt idx="519">
                  <c:v>52.167577879596791</c:v>
                </c:pt>
                <c:pt idx="520">
                  <c:v>52.248833269310772</c:v>
                </c:pt>
                <c:pt idx="521">
                  <c:v>52.330080005867629</c:v>
                </c:pt>
                <c:pt idx="522">
                  <c:v>52.411315336484613</c:v>
                </c:pt>
                <c:pt idx="523">
                  <c:v>52.492429814858561</c:v>
                </c:pt>
                <c:pt idx="524">
                  <c:v>52.573502996545002</c:v>
                </c:pt>
                <c:pt idx="525">
                  <c:v>52.654567208486959</c:v>
                </c:pt>
                <c:pt idx="526">
                  <c:v>52.735615193747869</c:v>
                </c:pt>
                <c:pt idx="527">
                  <c:v>52.816624464053341</c:v>
                </c:pt>
                <c:pt idx="528">
                  <c:v>52.897631890576108</c:v>
                </c:pt>
                <c:pt idx="529">
                  <c:v>52.978634862408661</c:v>
                </c:pt>
                <c:pt idx="530">
                  <c:v>53.059633408237183</c:v>
                </c:pt>
                <c:pt idx="531">
                  <c:v>53.140606430436527</c:v>
                </c:pt>
                <c:pt idx="532">
                  <c:v>53.22156304807072</c:v>
                </c:pt>
                <c:pt idx="533">
                  <c:v>53.302502132336961</c:v>
                </c:pt>
                <c:pt idx="534">
                  <c:v>53.383388576688802</c:v>
                </c:pt>
                <c:pt idx="535">
                  <c:v>53.464255913931687</c:v>
                </c:pt>
                <c:pt idx="536">
                  <c:v>53.545102109190253</c:v>
                </c:pt>
                <c:pt idx="537">
                  <c:v>53.62593079377725</c:v>
                </c:pt>
                <c:pt idx="538">
                  <c:v>53.706737949187513</c:v>
                </c:pt>
                <c:pt idx="539">
                  <c:v>53.787541449370408</c:v>
                </c:pt>
                <c:pt idx="540">
                  <c:v>53.868341022814583</c:v>
                </c:pt>
                <c:pt idx="541">
                  <c:v>53.94913039602195</c:v>
                </c:pt>
                <c:pt idx="542">
                  <c:v>54.029878242258377</c:v>
                </c:pt>
                <c:pt idx="543">
                  <c:v>54.110510520249463</c:v>
                </c:pt>
                <c:pt idx="544">
                  <c:v>54.191112190855591</c:v>
                </c:pt>
                <c:pt idx="545">
                  <c:v>54.271675864890192</c:v>
                </c:pt>
                <c:pt idx="546">
                  <c:v>54.352193401098567</c:v>
                </c:pt>
                <c:pt idx="547">
                  <c:v>54.432665808352567</c:v>
                </c:pt>
                <c:pt idx="548">
                  <c:v>54.513096059971311</c:v>
                </c:pt>
                <c:pt idx="549">
                  <c:v>54.593525851776143</c:v>
                </c:pt>
                <c:pt idx="550">
                  <c:v>54.673951285593773</c:v>
                </c:pt>
                <c:pt idx="551">
                  <c:v>54.754351531858468</c:v>
                </c:pt>
                <c:pt idx="552">
                  <c:v>54.834728288447153</c:v>
                </c:pt>
                <c:pt idx="553">
                  <c:v>54.915042976170838</c:v>
                </c:pt>
                <c:pt idx="554">
                  <c:v>54.995228557270117</c:v>
                </c:pt>
                <c:pt idx="555">
                  <c:v>55.075399772297217</c:v>
                </c:pt>
                <c:pt idx="556">
                  <c:v>55.155515450911899</c:v>
                </c:pt>
                <c:pt idx="557">
                  <c:v>55.235630569482993</c:v>
                </c:pt>
                <c:pt idx="558">
                  <c:v>55.315737705306667</c:v>
                </c:pt>
                <c:pt idx="559">
                  <c:v>55.39573310012527</c:v>
                </c:pt>
                <c:pt idx="560">
                  <c:v>55.475617630812039</c:v>
                </c:pt>
                <c:pt idx="561">
                  <c:v>55.555385803927862</c:v>
                </c:pt>
                <c:pt idx="562">
                  <c:v>55.635153273767777</c:v>
                </c:pt>
                <c:pt idx="563">
                  <c:v>55.714883181165241</c:v>
                </c:pt>
                <c:pt idx="564">
                  <c:v>55.794610835660677</c:v>
                </c:pt>
                <c:pt idx="565">
                  <c:v>55.874316068712787</c:v>
                </c:pt>
                <c:pt idx="566">
                  <c:v>55.953912709238367</c:v>
                </c:pt>
                <c:pt idx="567">
                  <c:v>56.03349975562265</c:v>
                </c:pt>
                <c:pt idx="568">
                  <c:v>56.112982812126511</c:v>
                </c:pt>
                <c:pt idx="569">
                  <c:v>56.192402183733897</c:v>
                </c:pt>
                <c:pt idx="570">
                  <c:v>56.271800401066749</c:v>
                </c:pt>
                <c:pt idx="571">
                  <c:v>56.351174234018607</c:v>
                </c:pt>
                <c:pt idx="572">
                  <c:v>56.430515602335227</c:v>
                </c:pt>
                <c:pt idx="573">
                  <c:v>56.509851752211262</c:v>
                </c:pt>
                <c:pt idx="574">
                  <c:v>56.589053587031003</c:v>
                </c:pt>
                <c:pt idx="575">
                  <c:v>56.66822829617081</c:v>
                </c:pt>
                <c:pt idx="576">
                  <c:v>56.747358876547203</c:v>
                </c:pt>
                <c:pt idx="577">
                  <c:v>56.826378507128339</c:v>
                </c:pt>
                <c:pt idx="578">
                  <c:v>56.90539085862131</c:v>
                </c:pt>
                <c:pt idx="579">
                  <c:v>56.984372506783551</c:v>
                </c:pt>
                <c:pt idx="580">
                  <c:v>57.063350980913278</c:v>
                </c:pt>
                <c:pt idx="581">
                  <c:v>57.142308345045308</c:v>
                </c:pt>
                <c:pt idx="582">
                  <c:v>57.221265390605417</c:v>
                </c:pt>
                <c:pt idx="583">
                  <c:v>57.300222027031253</c:v>
                </c:pt>
                <c:pt idx="584">
                  <c:v>57.37906236244914</c:v>
                </c:pt>
                <c:pt idx="585">
                  <c:v>57.457892721996792</c:v>
                </c:pt>
                <c:pt idx="586">
                  <c:v>57.53667374327415</c:v>
                </c:pt>
                <c:pt idx="587">
                  <c:v>57.615437361645412</c:v>
                </c:pt>
                <c:pt idx="588">
                  <c:v>57.694140968470983</c:v>
                </c:pt>
                <c:pt idx="589">
                  <c:v>57.772742056003644</c:v>
                </c:pt>
                <c:pt idx="590">
                  <c:v>57.851237621122017</c:v>
                </c:pt>
                <c:pt idx="591">
                  <c:v>57.929693208216008</c:v>
                </c:pt>
                <c:pt idx="592">
                  <c:v>58.008125093364221</c:v>
                </c:pt>
                <c:pt idx="593">
                  <c:v>58.086546842782091</c:v>
                </c:pt>
                <c:pt idx="594">
                  <c:v>58.164949200581837</c:v>
                </c:pt>
                <c:pt idx="595">
                  <c:v>58.243341487311682</c:v>
                </c:pt>
                <c:pt idx="596">
                  <c:v>58.321681963878312</c:v>
                </c:pt>
                <c:pt idx="597">
                  <c:v>58.39996083325164</c:v>
                </c:pt>
                <c:pt idx="598">
                  <c:v>58.478234445439028</c:v>
                </c:pt>
                <c:pt idx="599">
                  <c:v>58.556469764116471</c:v>
                </c:pt>
                <c:pt idx="600">
                  <c:v>58.634695268384569</c:v>
                </c:pt>
                <c:pt idx="601">
                  <c:v>58.712914027712188</c:v>
                </c:pt>
                <c:pt idx="602">
                  <c:v>58.790927981841683</c:v>
                </c:pt>
                <c:pt idx="603">
                  <c:v>58.868935059732408</c:v>
                </c:pt>
                <c:pt idx="604">
                  <c:v>58.946918855848153</c:v>
                </c:pt>
                <c:pt idx="605">
                  <c:v>59.024895090933967</c:v>
                </c:pt>
                <c:pt idx="606">
                  <c:v>59.102828118039561</c:v>
                </c:pt>
                <c:pt idx="607">
                  <c:v>59.180718494591851</c:v>
                </c:pt>
                <c:pt idx="608">
                  <c:v>59.258521896784607</c:v>
                </c:pt>
                <c:pt idx="609">
                  <c:v>59.336283801487788</c:v>
                </c:pt>
                <c:pt idx="610">
                  <c:v>59.413960897371908</c:v>
                </c:pt>
                <c:pt idx="611">
                  <c:v>59.49162295481085</c:v>
                </c:pt>
                <c:pt idx="612">
                  <c:v>59.56926863392772</c:v>
                </c:pt>
                <c:pt idx="613">
                  <c:v>59.646882297778099</c:v>
                </c:pt>
                <c:pt idx="614">
                  <c:v>59.724447940397887</c:v>
                </c:pt>
                <c:pt idx="615">
                  <c:v>59.802006848043661</c:v>
                </c:pt>
                <c:pt idx="616">
                  <c:v>59.879547478722976</c:v>
                </c:pt>
                <c:pt idx="617">
                  <c:v>59.957083768637453</c:v>
                </c:pt>
                <c:pt idx="618">
                  <c:v>60.034609624092973</c:v>
                </c:pt>
                <c:pt idx="619">
                  <c:v>60.112133166282931</c:v>
                </c:pt>
                <c:pt idx="620">
                  <c:v>60.189631953520902</c:v>
                </c:pt>
                <c:pt idx="621">
                  <c:v>60.267123405031363</c:v>
                </c:pt>
                <c:pt idx="622">
                  <c:v>60.344612397739077</c:v>
                </c:pt>
                <c:pt idx="623">
                  <c:v>60.42207404373513</c:v>
                </c:pt>
                <c:pt idx="624">
                  <c:v>60.499513080850107</c:v>
                </c:pt>
                <c:pt idx="625">
                  <c:v>60.576950966829678</c:v>
                </c:pt>
                <c:pt idx="626">
                  <c:v>60.654386114458283</c:v>
                </c:pt>
                <c:pt idx="627">
                  <c:v>60.731805076481997</c:v>
                </c:pt>
                <c:pt idx="628">
                  <c:v>60.809179387939238</c:v>
                </c:pt>
                <c:pt idx="629">
                  <c:v>60.886478493710143</c:v>
                </c:pt>
                <c:pt idx="630">
                  <c:v>60.963775388236833</c:v>
                </c:pt>
                <c:pt idx="631">
                  <c:v>61.041059988089529</c:v>
                </c:pt>
                <c:pt idx="632">
                  <c:v>61.1182630999811</c:v>
                </c:pt>
                <c:pt idx="633">
                  <c:v>61.195457736955952</c:v>
                </c:pt>
                <c:pt idx="634">
                  <c:v>61.272633425000222</c:v>
                </c:pt>
                <c:pt idx="635">
                  <c:v>61.349776840412453</c:v>
                </c:pt>
                <c:pt idx="636">
                  <c:v>61.426917103676807</c:v>
                </c:pt>
                <c:pt idx="637">
                  <c:v>61.503997766982863</c:v>
                </c:pt>
                <c:pt idx="638">
                  <c:v>61.581077468126558</c:v>
                </c:pt>
                <c:pt idx="639">
                  <c:v>61.657958372963051</c:v>
                </c:pt>
                <c:pt idx="640">
                  <c:v>61.734817125896413</c:v>
                </c:pt>
                <c:pt idx="641">
                  <c:v>61.811577178325336</c:v>
                </c:pt>
                <c:pt idx="642">
                  <c:v>61.888311481911082</c:v>
                </c:pt>
                <c:pt idx="643">
                  <c:v>61.965037892205793</c:v>
                </c:pt>
                <c:pt idx="644">
                  <c:v>62.041752639068932</c:v>
                </c:pt>
                <c:pt idx="645">
                  <c:v>62.118434990520512</c:v>
                </c:pt>
                <c:pt idx="646">
                  <c:v>62.195078807274747</c:v>
                </c:pt>
                <c:pt idx="647">
                  <c:v>62.271717669900873</c:v>
                </c:pt>
                <c:pt idx="648">
                  <c:v>62.348351265497179</c:v>
                </c:pt>
                <c:pt idx="649">
                  <c:v>62.424838880384272</c:v>
                </c:pt>
                <c:pt idx="650">
                  <c:v>62.501298818229557</c:v>
                </c:pt>
                <c:pt idx="651">
                  <c:v>62.577718450779159</c:v>
                </c:pt>
                <c:pt idx="652">
                  <c:v>62.653899702681016</c:v>
                </c:pt>
                <c:pt idx="653">
                  <c:v>62.730014578986193</c:v>
                </c:pt>
                <c:pt idx="654">
                  <c:v>62.806120597350628</c:v>
                </c:pt>
                <c:pt idx="655">
                  <c:v>62.882224999316257</c:v>
                </c:pt>
                <c:pt idx="656">
                  <c:v>62.958284081290223</c:v>
                </c:pt>
                <c:pt idx="657">
                  <c:v>63.034290233997552</c:v>
                </c:pt>
                <c:pt idx="658">
                  <c:v>63.110292760361219</c:v>
                </c:pt>
                <c:pt idx="659">
                  <c:v>63.186287018260202</c:v>
                </c:pt>
                <c:pt idx="660">
                  <c:v>63.262253509972687</c:v>
                </c:pt>
                <c:pt idx="661">
                  <c:v>63.338196869275563</c:v>
                </c:pt>
                <c:pt idx="662">
                  <c:v>63.414124326028649</c:v>
                </c:pt>
                <c:pt idx="663">
                  <c:v>63.489996846444313</c:v>
                </c:pt>
                <c:pt idx="664">
                  <c:v>63.565848137439367</c:v>
                </c:pt>
                <c:pt idx="665">
                  <c:v>63.641640304650878</c:v>
                </c:pt>
                <c:pt idx="666">
                  <c:v>63.717403542834269</c:v>
                </c:pt>
                <c:pt idx="667">
                  <c:v>63.793113555408688</c:v>
                </c:pt>
                <c:pt idx="668">
                  <c:v>63.868812493345352</c:v>
                </c:pt>
                <c:pt idx="669">
                  <c:v>63.944485936099561</c:v>
                </c:pt>
                <c:pt idx="670">
                  <c:v>64.020138627832253</c:v>
                </c:pt>
                <c:pt idx="671">
                  <c:v>64.095761631271557</c:v>
                </c:pt>
                <c:pt idx="672">
                  <c:v>64.17137639172131</c:v>
                </c:pt>
                <c:pt idx="673">
                  <c:v>64.246960997551156</c:v>
                </c:pt>
                <c:pt idx="674">
                  <c:v>64.322540900795872</c:v>
                </c:pt>
                <c:pt idx="675">
                  <c:v>64.398062982614462</c:v>
                </c:pt>
                <c:pt idx="676">
                  <c:v>64.473519579574329</c:v>
                </c:pt>
                <c:pt idx="677">
                  <c:v>64.548938582864736</c:v>
                </c:pt>
                <c:pt idx="678">
                  <c:v>64.624349405144997</c:v>
                </c:pt>
                <c:pt idx="679">
                  <c:v>64.699628846351459</c:v>
                </c:pt>
                <c:pt idx="680">
                  <c:v>64.774900096748155</c:v>
                </c:pt>
                <c:pt idx="681">
                  <c:v>64.850124880194883</c:v>
                </c:pt>
                <c:pt idx="682">
                  <c:v>64.925343131582991</c:v>
                </c:pt>
                <c:pt idx="683">
                  <c:v>65.000460137613274</c:v>
                </c:pt>
                <c:pt idx="684">
                  <c:v>65.07547132423305</c:v>
                </c:pt>
                <c:pt idx="685">
                  <c:v>65.150427266189936</c:v>
                </c:pt>
                <c:pt idx="686">
                  <c:v>65.225273488615471</c:v>
                </c:pt>
                <c:pt idx="687">
                  <c:v>65.30009552717479</c:v>
                </c:pt>
                <c:pt idx="688">
                  <c:v>65.374868810721836</c:v>
                </c:pt>
                <c:pt idx="689">
                  <c:v>65.449640066920196</c:v>
                </c:pt>
                <c:pt idx="690">
                  <c:v>65.524403933512346</c:v>
                </c:pt>
                <c:pt idx="691">
                  <c:v>65.599161298434538</c:v>
                </c:pt>
                <c:pt idx="692">
                  <c:v>65.673916188092832</c:v>
                </c:pt>
                <c:pt idx="693">
                  <c:v>65.748645162953309</c:v>
                </c:pt>
                <c:pt idx="694">
                  <c:v>65.823370052511763</c:v>
                </c:pt>
                <c:pt idx="695">
                  <c:v>65.897999205726578</c:v>
                </c:pt>
                <c:pt idx="696">
                  <c:v>65.972618800880412</c:v>
                </c:pt>
                <c:pt idx="697">
                  <c:v>66.047230264209801</c:v>
                </c:pt>
                <c:pt idx="698">
                  <c:v>66.121828089795912</c:v>
                </c:pt>
                <c:pt idx="699">
                  <c:v>66.196412681161078</c:v>
                </c:pt>
                <c:pt idx="700">
                  <c:v>66.270961809109295</c:v>
                </c:pt>
                <c:pt idx="701">
                  <c:v>66.345478903901252</c:v>
                </c:pt>
                <c:pt idx="702">
                  <c:v>66.419992223434491</c:v>
                </c:pt>
                <c:pt idx="703">
                  <c:v>66.494336014746565</c:v>
                </c:pt>
                <c:pt idx="704">
                  <c:v>66.568667172715081</c:v>
                </c:pt>
                <c:pt idx="705">
                  <c:v>66.642949897480335</c:v>
                </c:pt>
                <c:pt idx="706">
                  <c:v>66.71718510752055</c:v>
                </c:pt>
                <c:pt idx="707">
                  <c:v>66.791405133546178</c:v>
                </c:pt>
                <c:pt idx="708">
                  <c:v>66.86561973390549</c:v>
                </c:pt>
                <c:pt idx="709">
                  <c:v>66.93980787631746</c:v>
                </c:pt>
                <c:pt idx="710">
                  <c:v>67.013964658833913</c:v>
                </c:pt>
                <c:pt idx="711">
                  <c:v>67.088078594089538</c:v>
                </c:pt>
                <c:pt idx="712">
                  <c:v>67.162185350746611</c:v>
                </c:pt>
                <c:pt idx="713">
                  <c:v>67.236286483594426</c:v>
                </c:pt>
                <c:pt idx="714">
                  <c:v>67.31031888406126</c:v>
                </c:pt>
                <c:pt idx="715">
                  <c:v>67.384282835443045</c:v>
                </c:pt>
                <c:pt idx="716">
                  <c:v>67.458246030620529</c:v>
                </c:pt>
                <c:pt idx="717">
                  <c:v>67.532207117349259</c:v>
                </c:pt>
                <c:pt idx="718">
                  <c:v>67.606124777289949</c:v>
                </c:pt>
                <c:pt idx="719">
                  <c:v>67.680034964404143</c:v>
                </c:pt>
                <c:pt idx="720">
                  <c:v>67.75384264488541</c:v>
                </c:pt>
                <c:pt idx="721">
                  <c:v>67.827629812597777</c:v>
                </c:pt>
                <c:pt idx="722">
                  <c:v>67.901378376522018</c:v>
                </c:pt>
                <c:pt idx="723">
                  <c:v>67.975102391116707</c:v>
                </c:pt>
                <c:pt idx="724">
                  <c:v>68.048821675665138</c:v>
                </c:pt>
                <c:pt idx="725">
                  <c:v>68.122444107224524</c:v>
                </c:pt>
                <c:pt idx="726">
                  <c:v>68.196041049801835</c:v>
                </c:pt>
                <c:pt idx="727">
                  <c:v>68.269593894137003</c:v>
                </c:pt>
                <c:pt idx="728">
                  <c:v>68.34309130016085</c:v>
                </c:pt>
                <c:pt idx="729">
                  <c:v>68.416572841791577</c:v>
                </c:pt>
                <c:pt idx="730">
                  <c:v>68.490046040968153</c:v>
                </c:pt>
                <c:pt idx="731">
                  <c:v>68.563490102119772</c:v>
                </c:pt>
                <c:pt idx="732">
                  <c:v>68.636886726546038</c:v>
                </c:pt>
                <c:pt idx="733">
                  <c:v>68.710208804882484</c:v>
                </c:pt>
                <c:pt idx="734">
                  <c:v>68.783525943014965</c:v>
                </c:pt>
                <c:pt idx="735">
                  <c:v>68.8567606845059</c:v>
                </c:pt>
                <c:pt idx="736">
                  <c:v>68.92998053819413</c:v>
                </c:pt>
                <c:pt idx="737">
                  <c:v>69.003195419409181</c:v>
                </c:pt>
                <c:pt idx="738">
                  <c:v>69.076404373858082</c:v>
                </c:pt>
                <c:pt idx="739">
                  <c:v>69.149611690362178</c:v>
                </c:pt>
                <c:pt idx="740">
                  <c:v>69.222769953812545</c:v>
                </c:pt>
                <c:pt idx="741">
                  <c:v>69.295925073838731</c:v>
                </c:pt>
                <c:pt idx="742">
                  <c:v>69.36907979377149</c:v>
                </c:pt>
                <c:pt idx="743">
                  <c:v>69.442206756489625</c:v>
                </c:pt>
                <c:pt idx="744">
                  <c:v>69.515316072150242</c:v>
                </c:pt>
                <c:pt idx="745">
                  <c:v>69.588337498008855</c:v>
                </c:pt>
                <c:pt idx="746">
                  <c:v>69.661330593703653</c:v>
                </c:pt>
                <c:pt idx="747">
                  <c:v>69.73424593234256</c:v>
                </c:pt>
                <c:pt idx="748">
                  <c:v>69.807152082973175</c:v>
                </c:pt>
                <c:pt idx="749">
                  <c:v>69.880017021942535</c:v>
                </c:pt>
                <c:pt idx="750">
                  <c:v>69.952857442845485</c:v>
                </c:pt>
                <c:pt idx="751">
                  <c:v>70.025683624188972</c:v>
                </c:pt>
                <c:pt idx="752">
                  <c:v>70.098494947515263</c:v>
                </c:pt>
                <c:pt idx="753">
                  <c:v>70.171216126260802</c:v>
                </c:pt>
                <c:pt idx="754">
                  <c:v>70.243921446256337</c:v>
                </c:pt>
                <c:pt idx="755">
                  <c:v>70.316624157760643</c:v>
                </c:pt>
                <c:pt idx="756">
                  <c:v>70.389325700344301</c:v>
                </c:pt>
                <c:pt idx="757">
                  <c:v>70.461992332157848</c:v>
                </c:pt>
                <c:pt idx="758">
                  <c:v>70.534654781253238</c:v>
                </c:pt>
                <c:pt idx="759">
                  <c:v>70.6072969079123</c:v>
                </c:pt>
                <c:pt idx="760">
                  <c:v>70.679913049600998</c:v>
                </c:pt>
                <c:pt idx="761">
                  <c:v>70.752478311361742</c:v>
                </c:pt>
                <c:pt idx="762">
                  <c:v>70.825043381324448</c:v>
                </c:pt>
                <c:pt idx="763">
                  <c:v>70.897598931698042</c:v>
                </c:pt>
                <c:pt idx="764">
                  <c:v>70.970128991904076</c:v>
                </c:pt>
                <c:pt idx="765">
                  <c:v>71.042609977532933</c:v>
                </c:pt>
                <c:pt idx="766">
                  <c:v>71.115043518390067</c:v>
                </c:pt>
                <c:pt idx="767">
                  <c:v>71.187350386860459</c:v>
                </c:pt>
                <c:pt idx="768">
                  <c:v>71.259638887649714</c:v>
                </c:pt>
                <c:pt idx="769">
                  <c:v>71.331914821420597</c:v>
                </c:pt>
                <c:pt idx="770">
                  <c:v>71.404166657595553</c:v>
                </c:pt>
                <c:pt idx="771">
                  <c:v>71.476359136358099</c:v>
                </c:pt>
                <c:pt idx="772">
                  <c:v>71.548545898262532</c:v>
                </c:pt>
                <c:pt idx="773">
                  <c:v>71.62069548736595</c:v>
                </c:pt>
                <c:pt idx="774">
                  <c:v>71.692839616991421</c:v>
                </c:pt>
                <c:pt idx="775">
                  <c:v>71.764949098770202</c:v>
                </c:pt>
                <c:pt idx="776">
                  <c:v>71.837027140383498</c:v>
                </c:pt>
                <c:pt idx="777">
                  <c:v>71.909046389028788</c:v>
                </c:pt>
                <c:pt idx="778">
                  <c:v>71.981035426848692</c:v>
                </c:pt>
                <c:pt idx="779">
                  <c:v>72.053020546370362</c:v>
                </c:pt>
                <c:pt idx="780">
                  <c:v>72.124997847349889</c:v>
                </c:pt>
                <c:pt idx="781">
                  <c:v>72.196953177082008</c:v>
                </c:pt>
                <c:pt idx="782">
                  <c:v>72.268821925179978</c:v>
                </c:pt>
                <c:pt idx="783">
                  <c:v>72.340668482035696</c:v>
                </c:pt>
                <c:pt idx="784">
                  <c:v>72.412435104669058</c:v>
                </c:pt>
                <c:pt idx="785">
                  <c:v>72.484147283259688</c:v>
                </c:pt>
                <c:pt idx="786">
                  <c:v>72.555804744259092</c:v>
                </c:pt>
                <c:pt idx="787">
                  <c:v>72.627461240496103</c:v>
                </c:pt>
                <c:pt idx="788">
                  <c:v>72.69911699559205</c:v>
                </c:pt>
                <c:pt idx="789">
                  <c:v>72.770699468789545</c:v>
                </c:pt>
                <c:pt idx="790">
                  <c:v>72.842229325300764</c:v>
                </c:pt>
                <c:pt idx="791">
                  <c:v>72.913753150014813</c:v>
                </c:pt>
                <c:pt idx="792">
                  <c:v>72.985267308659488</c:v>
                </c:pt>
                <c:pt idx="793">
                  <c:v>73.056779543487139</c:v>
                </c:pt>
                <c:pt idx="794">
                  <c:v>73.128256530644819</c:v>
                </c:pt>
                <c:pt idx="795">
                  <c:v>73.199701470742156</c:v>
                </c:pt>
                <c:pt idx="796">
                  <c:v>73.271090896891494</c:v>
                </c:pt>
                <c:pt idx="797">
                  <c:v>73.342480085491687</c:v>
                </c:pt>
                <c:pt idx="798">
                  <c:v>73.413863258404746</c:v>
                </c:pt>
                <c:pt idx="799">
                  <c:v>73.485193908970757</c:v>
                </c:pt>
                <c:pt idx="800">
                  <c:v>73.556450310924077</c:v>
                </c:pt>
                <c:pt idx="801">
                  <c:v>73.627620857966193</c:v>
                </c:pt>
                <c:pt idx="802">
                  <c:v>73.698782554191155</c:v>
                </c:pt>
                <c:pt idx="803">
                  <c:v>73.769943596958541</c:v>
                </c:pt>
                <c:pt idx="804">
                  <c:v>73.841092603677268</c:v>
                </c:pt>
                <c:pt idx="805">
                  <c:v>73.912231853338994</c:v>
                </c:pt>
                <c:pt idx="806">
                  <c:v>73.983334445491792</c:v>
                </c:pt>
                <c:pt idx="807">
                  <c:v>74.054432203875365</c:v>
                </c:pt>
                <c:pt idx="808">
                  <c:v>74.125502063810245</c:v>
                </c:pt>
                <c:pt idx="809">
                  <c:v>74.196567985263812</c:v>
                </c:pt>
                <c:pt idx="810">
                  <c:v>74.267628212781062</c:v>
                </c:pt>
                <c:pt idx="811">
                  <c:v>74.338667449589948</c:v>
                </c:pt>
                <c:pt idx="812">
                  <c:v>74.409702940932448</c:v>
                </c:pt>
                <c:pt idx="813">
                  <c:v>74.480715432738435</c:v>
                </c:pt>
                <c:pt idx="814">
                  <c:v>74.551686068040553</c:v>
                </c:pt>
                <c:pt idx="815">
                  <c:v>74.622638378670274</c:v>
                </c:pt>
                <c:pt idx="816">
                  <c:v>74.693583144457847</c:v>
                </c:pt>
                <c:pt idx="817">
                  <c:v>74.764518651606295</c:v>
                </c:pt>
                <c:pt idx="818">
                  <c:v>74.835445804378693</c:v>
                </c:pt>
                <c:pt idx="819">
                  <c:v>74.906349400384585</c:v>
                </c:pt>
                <c:pt idx="820">
                  <c:v>74.977191491805826</c:v>
                </c:pt>
                <c:pt idx="821">
                  <c:v>75.04797163781835</c:v>
                </c:pt>
                <c:pt idx="822">
                  <c:v>75.11872359946706</c:v>
                </c:pt>
                <c:pt idx="823">
                  <c:v>75.189466644734964</c:v>
                </c:pt>
                <c:pt idx="824">
                  <c:v>75.260157526455288</c:v>
                </c:pt>
                <c:pt idx="825">
                  <c:v>75.330818633596422</c:v>
                </c:pt>
                <c:pt idx="826">
                  <c:v>75.401472440643673</c:v>
                </c:pt>
                <c:pt idx="827">
                  <c:v>75.472090953857659</c:v>
                </c:pt>
                <c:pt idx="828">
                  <c:v>75.542666630389732</c:v>
                </c:pt>
                <c:pt idx="829">
                  <c:v>75.613217269738897</c:v>
                </c:pt>
                <c:pt idx="830">
                  <c:v>75.683751968605861</c:v>
                </c:pt>
                <c:pt idx="831">
                  <c:v>75.754280919016352</c:v>
                </c:pt>
                <c:pt idx="832">
                  <c:v>75.824777426808453</c:v>
                </c:pt>
                <c:pt idx="833">
                  <c:v>75.895255119690177</c:v>
                </c:pt>
                <c:pt idx="834">
                  <c:v>75.965723022668413</c:v>
                </c:pt>
                <c:pt idx="835">
                  <c:v>76.0361618705534</c:v>
                </c:pt>
                <c:pt idx="836">
                  <c:v>76.106593619656792</c:v>
                </c:pt>
                <c:pt idx="837">
                  <c:v>76.176995575701284</c:v>
                </c:pt>
                <c:pt idx="838">
                  <c:v>76.247371848451479</c:v>
                </c:pt>
                <c:pt idx="839">
                  <c:v>76.317713913516585</c:v>
                </c:pt>
                <c:pt idx="840">
                  <c:v>76.387976230771315</c:v>
                </c:pt>
                <c:pt idx="841">
                  <c:v>76.4581814755919</c:v>
                </c:pt>
                <c:pt idx="842">
                  <c:v>76.528384429283392</c:v>
                </c:pt>
                <c:pt idx="843">
                  <c:v>76.598580580068344</c:v>
                </c:pt>
                <c:pt idx="844">
                  <c:v>76.668767096180531</c:v>
                </c:pt>
                <c:pt idx="845">
                  <c:v>76.738902327546157</c:v>
                </c:pt>
                <c:pt idx="846">
                  <c:v>76.809021179536785</c:v>
                </c:pt>
                <c:pt idx="847">
                  <c:v>76.879079373624307</c:v>
                </c:pt>
                <c:pt idx="848">
                  <c:v>76.949088780428696</c:v>
                </c:pt>
                <c:pt idx="849">
                  <c:v>77.01900464820379</c:v>
                </c:pt>
                <c:pt idx="850">
                  <c:v>77.088881856262574</c:v>
                </c:pt>
                <c:pt idx="851">
                  <c:v>77.15875851441092</c:v>
                </c:pt>
                <c:pt idx="852">
                  <c:v>77.228630705820535</c:v>
                </c:pt>
                <c:pt idx="853">
                  <c:v>77.298480186007424</c:v>
                </c:pt>
                <c:pt idx="854">
                  <c:v>77.368260446524232</c:v>
                </c:pt>
                <c:pt idx="855">
                  <c:v>77.43803042545494</c:v>
                </c:pt>
                <c:pt idx="856">
                  <c:v>77.50779049367226</c:v>
                </c:pt>
                <c:pt idx="857">
                  <c:v>77.577393966941429</c:v>
                </c:pt>
                <c:pt idx="858">
                  <c:v>77.64699470346099</c:v>
                </c:pt>
                <c:pt idx="859">
                  <c:v>77.716576173366789</c:v>
                </c:pt>
                <c:pt idx="860">
                  <c:v>77.7860950490535</c:v>
                </c:pt>
                <c:pt idx="861">
                  <c:v>77.855492491451358</c:v>
                </c:pt>
                <c:pt idx="862">
                  <c:v>77.924824363207037</c:v>
                </c:pt>
                <c:pt idx="863">
                  <c:v>77.994067625786414</c:v>
                </c:pt>
                <c:pt idx="864">
                  <c:v>78.063223330851727</c:v>
                </c:pt>
                <c:pt idx="865">
                  <c:v>78.132366260066675</c:v>
                </c:pt>
                <c:pt idx="866">
                  <c:v>78.201503572148567</c:v>
                </c:pt>
                <c:pt idx="867">
                  <c:v>78.270634060339589</c:v>
                </c:pt>
                <c:pt idx="868">
                  <c:v>78.339739356117747</c:v>
                </c:pt>
                <c:pt idx="869">
                  <c:v>78.408844638267283</c:v>
                </c:pt>
                <c:pt idx="870">
                  <c:v>78.477948000802968</c:v>
                </c:pt>
                <c:pt idx="871">
                  <c:v>78.547020099368979</c:v>
                </c:pt>
                <c:pt idx="872">
                  <c:v>78.616051897248951</c:v>
                </c:pt>
                <c:pt idx="873">
                  <c:v>78.685065277125005</c:v>
                </c:pt>
                <c:pt idx="874">
                  <c:v>78.754062772054382</c:v>
                </c:pt>
                <c:pt idx="875">
                  <c:v>78.823050410010282</c:v>
                </c:pt>
                <c:pt idx="876">
                  <c:v>78.891980929123392</c:v>
                </c:pt>
                <c:pt idx="877">
                  <c:v>78.960864626745263</c:v>
                </c:pt>
                <c:pt idx="878">
                  <c:v>79.029709247691045</c:v>
                </c:pt>
                <c:pt idx="879">
                  <c:v>79.098520163153339</c:v>
                </c:pt>
                <c:pt idx="880">
                  <c:v>79.167255185421141</c:v>
                </c:pt>
                <c:pt idx="881">
                  <c:v>79.235960824095457</c:v>
                </c:pt>
                <c:pt idx="882">
                  <c:v>79.304658189636854</c:v>
                </c:pt>
                <c:pt idx="883">
                  <c:v>79.373339059593391</c:v>
                </c:pt>
                <c:pt idx="884">
                  <c:v>79.442011682336428</c:v>
                </c:pt>
                <c:pt idx="885">
                  <c:v>79.510670757067132</c:v>
                </c:pt>
                <c:pt idx="886">
                  <c:v>79.579269633077047</c:v>
                </c:pt>
                <c:pt idx="887">
                  <c:v>79.647852453241015</c:v>
                </c:pt>
                <c:pt idx="888">
                  <c:v>79.716426079385243</c:v>
                </c:pt>
                <c:pt idx="889">
                  <c:v>79.784998302774312</c:v>
                </c:pt>
                <c:pt idx="890">
                  <c:v>79.853505828144975</c:v>
                </c:pt>
                <c:pt idx="891">
                  <c:v>79.921995139210168</c:v>
                </c:pt>
                <c:pt idx="892">
                  <c:v>79.990397935418301</c:v>
                </c:pt>
                <c:pt idx="893">
                  <c:v>80.058796654874627</c:v>
                </c:pt>
                <c:pt idx="894">
                  <c:v>80.127168577120528</c:v>
                </c:pt>
                <c:pt idx="895">
                  <c:v>80.195486915447106</c:v>
                </c:pt>
                <c:pt idx="896">
                  <c:v>80.263771417839365</c:v>
                </c:pt>
                <c:pt idx="897">
                  <c:v>80.332040388167783</c:v>
                </c:pt>
                <c:pt idx="898">
                  <c:v>80.400293048031472</c:v>
                </c:pt>
                <c:pt idx="899">
                  <c:v>80.468538477226147</c:v>
                </c:pt>
                <c:pt idx="900">
                  <c:v>80.536783235464995</c:v>
                </c:pt>
                <c:pt idx="901">
                  <c:v>80.605017092122466</c:v>
                </c:pt>
                <c:pt idx="902">
                  <c:v>80.67320772805283</c:v>
                </c:pt>
                <c:pt idx="903">
                  <c:v>80.741376570915236</c:v>
                </c:pt>
                <c:pt idx="904">
                  <c:v>80.809503566068472</c:v>
                </c:pt>
                <c:pt idx="905">
                  <c:v>80.877627407207925</c:v>
                </c:pt>
                <c:pt idx="906">
                  <c:v>80.94574308974066</c:v>
                </c:pt>
                <c:pt idx="907">
                  <c:v>81.013855379460949</c:v>
                </c:pt>
                <c:pt idx="908">
                  <c:v>81.081963414584678</c:v>
                </c:pt>
                <c:pt idx="909">
                  <c:v>81.150014201298518</c:v>
                </c:pt>
                <c:pt idx="910">
                  <c:v>81.217918361180224</c:v>
                </c:pt>
                <c:pt idx="911">
                  <c:v>81.285783427455883</c:v>
                </c:pt>
                <c:pt idx="912">
                  <c:v>81.353585030784473</c:v>
                </c:pt>
                <c:pt idx="913">
                  <c:v>81.421373288741833</c:v>
                </c:pt>
                <c:pt idx="914">
                  <c:v>81.489142291212474</c:v>
                </c:pt>
                <c:pt idx="915">
                  <c:v>81.556864846572239</c:v>
                </c:pt>
                <c:pt idx="916">
                  <c:v>81.624584469333215</c:v>
                </c:pt>
                <c:pt idx="917">
                  <c:v>81.692295904296174</c:v>
                </c:pt>
                <c:pt idx="918">
                  <c:v>81.75999527633968</c:v>
                </c:pt>
                <c:pt idx="919">
                  <c:v>81.827675255172949</c:v>
                </c:pt>
                <c:pt idx="920">
                  <c:v>81.895302266224419</c:v>
                </c:pt>
                <c:pt idx="921">
                  <c:v>81.962908765672339</c:v>
                </c:pt>
                <c:pt idx="922">
                  <c:v>82.030509397592297</c:v>
                </c:pt>
                <c:pt idx="923">
                  <c:v>82.098065300913731</c:v>
                </c:pt>
                <c:pt idx="924">
                  <c:v>82.165619200484215</c:v>
                </c:pt>
                <c:pt idx="925">
                  <c:v>82.233157575715481</c:v>
                </c:pt>
                <c:pt idx="926">
                  <c:v>82.300682651847225</c:v>
                </c:pt>
                <c:pt idx="927">
                  <c:v>82.368205496793436</c:v>
                </c:pt>
                <c:pt idx="928">
                  <c:v>82.435726372083352</c:v>
                </c:pt>
                <c:pt idx="929">
                  <c:v>82.503227085326543</c:v>
                </c:pt>
                <c:pt idx="930">
                  <c:v>82.570720512335271</c:v>
                </c:pt>
                <c:pt idx="931">
                  <c:v>82.638203338954057</c:v>
                </c:pt>
                <c:pt idx="932">
                  <c:v>82.705639185933492</c:v>
                </c:pt>
                <c:pt idx="933">
                  <c:v>82.773042632752748</c:v>
                </c:pt>
                <c:pt idx="934">
                  <c:v>82.84035950384667</c:v>
                </c:pt>
                <c:pt idx="935">
                  <c:v>82.907672392518748</c:v>
                </c:pt>
                <c:pt idx="936">
                  <c:v>82.974969907181972</c:v>
                </c:pt>
                <c:pt idx="937">
                  <c:v>83.04224817985768</c:v>
                </c:pt>
                <c:pt idx="938">
                  <c:v>83.10952602168291</c:v>
                </c:pt>
                <c:pt idx="939">
                  <c:v>83.176799997407173</c:v>
                </c:pt>
                <c:pt idx="940">
                  <c:v>83.244065869297316</c:v>
                </c:pt>
                <c:pt idx="941">
                  <c:v>83.311327020074131</c:v>
                </c:pt>
                <c:pt idx="942">
                  <c:v>83.378572114740521</c:v>
                </c:pt>
                <c:pt idx="943">
                  <c:v>83.445803378314608</c:v>
                </c:pt>
                <c:pt idx="944">
                  <c:v>83.513030818512632</c:v>
                </c:pt>
                <c:pt idx="945">
                  <c:v>83.580195386333116</c:v>
                </c:pt>
                <c:pt idx="946">
                  <c:v>83.647322812336014</c:v>
                </c:pt>
                <c:pt idx="947">
                  <c:v>83.714432009448615</c:v>
                </c:pt>
                <c:pt idx="948">
                  <c:v>83.781459437799441</c:v>
                </c:pt>
                <c:pt idx="949">
                  <c:v>83.848466742755676</c:v>
                </c:pt>
                <c:pt idx="950">
                  <c:v>83.915414065694463</c:v>
                </c:pt>
                <c:pt idx="951">
                  <c:v>83.982346567507335</c:v>
                </c:pt>
                <c:pt idx="952">
                  <c:v>84.049271094179787</c:v>
                </c:pt>
                <c:pt idx="953">
                  <c:v>84.116140422621797</c:v>
                </c:pt>
                <c:pt idx="954">
                  <c:v>84.182995443571031</c:v>
                </c:pt>
                <c:pt idx="955">
                  <c:v>84.249844610577654</c:v>
                </c:pt>
                <c:pt idx="956">
                  <c:v>84.316685313435755</c:v>
                </c:pt>
                <c:pt idx="957">
                  <c:v>84.383511770934589</c:v>
                </c:pt>
                <c:pt idx="958">
                  <c:v>84.450336222602729</c:v>
                </c:pt>
                <c:pt idx="959">
                  <c:v>84.517153446352495</c:v>
                </c:pt>
                <c:pt idx="960">
                  <c:v>84.583962350528779</c:v>
                </c:pt>
                <c:pt idx="961">
                  <c:v>84.650752573232552</c:v>
                </c:pt>
                <c:pt idx="962">
                  <c:v>84.717514720911353</c:v>
                </c:pt>
                <c:pt idx="963">
                  <c:v>84.784189045013278</c:v>
                </c:pt>
                <c:pt idx="964">
                  <c:v>84.850858297072691</c:v>
                </c:pt>
                <c:pt idx="965">
                  <c:v>84.917452908160456</c:v>
                </c:pt>
                <c:pt idx="966">
                  <c:v>84.984040434693455</c:v>
                </c:pt>
                <c:pt idx="967">
                  <c:v>85.050611130220119</c:v>
                </c:pt>
                <c:pt idx="968">
                  <c:v>85.117181132323893</c:v>
                </c:pt>
                <c:pt idx="969">
                  <c:v>85.183717921109903</c:v>
                </c:pt>
                <c:pt idx="970">
                  <c:v>85.250240830958489</c:v>
                </c:pt>
                <c:pt idx="971">
                  <c:v>85.316737832681255</c:v>
                </c:pt>
                <c:pt idx="972">
                  <c:v>85.383219151814117</c:v>
                </c:pt>
                <c:pt idx="973">
                  <c:v>85.449678797684598</c:v>
                </c:pt>
                <c:pt idx="974">
                  <c:v>85.516117204362445</c:v>
                </c:pt>
                <c:pt idx="975">
                  <c:v>85.582534967046755</c:v>
                </c:pt>
                <c:pt idx="976">
                  <c:v>85.648952558191425</c:v>
                </c:pt>
                <c:pt idx="977">
                  <c:v>85.715313254931857</c:v>
                </c:pt>
                <c:pt idx="978">
                  <c:v>85.781658824850041</c:v>
                </c:pt>
                <c:pt idx="979">
                  <c:v>85.847961788777724</c:v>
                </c:pt>
                <c:pt idx="980">
                  <c:v>85.914214803649728</c:v>
                </c:pt>
                <c:pt idx="981">
                  <c:v>85.980463131419512</c:v>
                </c:pt>
                <c:pt idx="982">
                  <c:v>86.046706716971045</c:v>
                </c:pt>
                <c:pt idx="983">
                  <c:v>86.1129162215842</c:v>
                </c:pt>
                <c:pt idx="984">
                  <c:v>86.17911408171824</c:v>
                </c:pt>
                <c:pt idx="985">
                  <c:v>86.245310328227362</c:v>
                </c:pt>
                <c:pt idx="986">
                  <c:v>86.311504612309903</c:v>
                </c:pt>
                <c:pt idx="987">
                  <c:v>86.377661178543406</c:v>
                </c:pt>
                <c:pt idx="988">
                  <c:v>86.443799057406181</c:v>
                </c:pt>
                <c:pt idx="989">
                  <c:v>86.50989864147364</c:v>
                </c:pt>
                <c:pt idx="990">
                  <c:v>86.575948827583233</c:v>
                </c:pt>
                <c:pt idx="991">
                  <c:v>86.641951854394662</c:v>
                </c:pt>
                <c:pt idx="992">
                  <c:v>86.707909418228937</c:v>
                </c:pt>
                <c:pt idx="993">
                  <c:v>86.773791429754652</c:v>
                </c:pt>
                <c:pt idx="994">
                  <c:v>86.839643742874955</c:v>
                </c:pt>
                <c:pt idx="995">
                  <c:v>86.905449023005815</c:v>
                </c:pt>
                <c:pt idx="996">
                  <c:v>86.971237246728563</c:v>
                </c:pt>
                <c:pt idx="997">
                  <c:v>87.037018578123579</c:v>
                </c:pt>
                <c:pt idx="998">
                  <c:v>87.102791538668441</c:v>
                </c:pt>
                <c:pt idx="999">
                  <c:v>87.168491461418625</c:v>
                </c:pt>
                <c:pt idx="1000">
                  <c:v>87.23418032015563</c:v>
                </c:pt>
                <c:pt idx="1001">
                  <c:v>87.299864824572879</c:v>
                </c:pt>
                <c:pt idx="1002">
                  <c:v>87.365525638138593</c:v>
                </c:pt>
                <c:pt idx="1003">
                  <c:v>87.431179057237884</c:v>
                </c:pt>
                <c:pt idx="1004">
                  <c:v>87.496825544060059</c:v>
                </c:pt>
                <c:pt idx="1005">
                  <c:v>87.562456575852792</c:v>
                </c:pt>
                <c:pt idx="1006">
                  <c:v>87.628074783710915</c:v>
                </c:pt>
                <c:pt idx="1007">
                  <c:v>87.69360868012248</c:v>
                </c:pt>
                <c:pt idx="1008">
                  <c:v>87.759125649361962</c:v>
                </c:pt>
                <c:pt idx="1009">
                  <c:v>87.824641730080117</c:v>
                </c:pt>
                <c:pt idx="1010">
                  <c:v>87.890147996474269</c:v>
                </c:pt>
                <c:pt idx="1011">
                  <c:v>87.955616367076729</c:v>
                </c:pt>
                <c:pt idx="1012">
                  <c:v>88.021084043762286</c:v>
                </c:pt>
                <c:pt idx="1013">
                  <c:v>88.086526123790932</c:v>
                </c:pt>
                <c:pt idx="1014">
                  <c:v>88.151958594727773</c:v>
                </c:pt>
                <c:pt idx="1015">
                  <c:v>88.217364456187354</c:v>
                </c:pt>
                <c:pt idx="1016">
                  <c:v>88.282748402372832</c:v>
                </c:pt>
                <c:pt idx="1017">
                  <c:v>88.348091251475907</c:v>
                </c:pt>
                <c:pt idx="1018">
                  <c:v>88.41340159905937</c:v>
                </c:pt>
                <c:pt idx="1019">
                  <c:v>88.478694090697175</c:v>
                </c:pt>
                <c:pt idx="1020">
                  <c:v>88.543973705104008</c:v>
                </c:pt>
                <c:pt idx="1021">
                  <c:v>88.60920232143647</c:v>
                </c:pt>
                <c:pt idx="1022">
                  <c:v>88.674380036455958</c:v>
                </c:pt>
                <c:pt idx="1023">
                  <c:v>88.739509177884003</c:v>
                </c:pt>
                <c:pt idx="1024">
                  <c:v>88.80462528876744</c:v>
                </c:pt>
                <c:pt idx="1025">
                  <c:v>88.869741121973092</c:v>
                </c:pt>
                <c:pt idx="1026">
                  <c:v>88.934840890482988</c:v>
                </c:pt>
                <c:pt idx="1027">
                  <c:v>88.999903863545754</c:v>
                </c:pt>
                <c:pt idx="1028">
                  <c:v>89.064906668071828</c:v>
                </c:pt>
                <c:pt idx="1029">
                  <c:v>89.129884832952243</c:v>
                </c:pt>
                <c:pt idx="1030">
                  <c:v>89.194858590023671</c:v>
                </c:pt>
                <c:pt idx="1031">
                  <c:v>89.259825497331974</c:v>
                </c:pt>
                <c:pt idx="1032">
                  <c:v>89.32478461295311</c:v>
                </c:pt>
                <c:pt idx="1033">
                  <c:v>89.389736801315451</c:v>
                </c:pt>
                <c:pt idx="1034">
                  <c:v>89.454685823368393</c:v>
                </c:pt>
                <c:pt idx="1035">
                  <c:v>89.519633165620803</c:v>
                </c:pt>
                <c:pt idx="1036">
                  <c:v>89.584566587942234</c:v>
                </c:pt>
                <c:pt idx="1037">
                  <c:v>89.649493679254803</c:v>
                </c:pt>
                <c:pt idx="1038">
                  <c:v>89.714374567847656</c:v>
                </c:pt>
                <c:pt idx="1039">
                  <c:v>89.779168816418277</c:v>
                </c:pt>
                <c:pt idx="1040">
                  <c:v>89.843875623867248</c:v>
                </c:pt>
                <c:pt idx="1041">
                  <c:v>89.90857466441102</c:v>
                </c:pt>
                <c:pt idx="1042">
                  <c:v>89.973263865593424</c:v>
                </c:pt>
                <c:pt idx="1043">
                  <c:v>90.037946835173969</c:v>
                </c:pt>
                <c:pt idx="1044">
                  <c:v>90.102591983535177</c:v>
                </c:pt>
                <c:pt idx="1045">
                  <c:v>90.167217983402537</c:v>
                </c:pt>
                <c:pt idx="1046">
                  <c:v>90.231835784708224</c:v>
                </c:pt>
                <c:pt idx="1047">
                  <c:v>90.296434803556508</c:v>
                </c:pt>
                <c:pt idx="1048">
                  <c:v>90.361027958840594</c:v>
                </c:pt>
                <c:pt idx="1049">
                  <c:v>90.425595746400958</c:v>
                </c:pt>
                <c:pt idx="1050">
                  <c:v>90.490085317836289</c:v>
                </c:pt>
                <c:pt idx="1051">
                  <c:v>90.55456259178078</c:v>
                </c:pt>
                <c:pt idx="1052">
                  <c:v>90.619031674644347</c:v>
                </c:pt>
                <c:pt idx="1053">
                  <c:v>90.683464835729112</c:v>
                </c:pt>
                <c:pt idx="1054">
                  <c:v>90.747855797394962</c:v>
                </c:pt>
                <c:pt idx="1055">
                  <c:v>90.812215750757602</c:v>
                </c:pt>
                <c:pt idx="1056">
                  <c:v>90.876534635896803</c:v>
                </c:pt>
                <c:pt idx="1057">
                  <c:v>90.94085006357227</c:v>
                </c:pt>
                <c:pt idx="1058">
                  <c:v>91.005149150335072</c:v>
                </c:pt>
                <c:pt idx="1059">
                  <c:v>91.069425791957514</c:v>
                </c:pt>
                <c:pt idx="1060">
                  <c:v>91.13368349580702</c:v>
                </c:pt>
                <c:pt idx="1061">
                  <c:v>91.197941199656526</c:v>
                </c:pt>
                <c:pt idx="1062">
                  <c:v>91.262197586774164</c:v>
                </c:pt>
                <c:pt idx="1063">
                  <c:v>91.326381398090476</c:v>
                </c:pt>
                <c:pt idx="1064">
                  <c:v>91.390532771702368</c:v>
                </c:pt>
                <c:pt idx="1065">
                  <c:v>91.454681635229647</c:v>
                </c:pt>
                <c:pt idx="1066">
                  <c:v>91.518822598457831</c:v>
                </c:pt>
                <c:pt idx="1067">
                  <c:v>91.582949211317967</c:v>
                </c:pt>
                <c:pt idx="1068">
                  <c:v>91.647073317206335</c:v>
                </c:pt>
                <c:pt idx="1069">
                  <c:v>91.71119509994368</c:v>
                </c:pt>
                <c:pt idx="1070">
                  <c:v>91.775307714439663</c:v>
                </c:pt>
                <c:pt idx="1071">
                  <c:v>91.839411986848404</c:v>
                </c:pt>
                <c:pt idx="1072">
                  <c:v>91.903477392565293</c:v>
                </c:pt>
                <c:pt idx="1073">
                  <c:v>91.967520562564815</c:v>
                </c:pt>
                <c:pt idx="1074">
                  <c:v>92.031552608998879</c:v>
                </c:pt>
                <c:pt idx="1075">
                  <c:v>92.09555577677142</c:v>
                </c:pt>
                <c:pt idx="1076">
                  <c:v>92.159540914136656</c:v>
                </c:pt>
                <c:pt idx="1077">
                  <c:v>92.223523809715942</c:v>
                </c:pt>
                <c:pt idx="1078">
                  <c:v>92.287440846286586</c:v>
                </c:pt>
                <c:pt idx="1079">
                  <c:v>92.351334192297671</c:v>
                </c:pt>
                <c:pt idx="1080">
                  <c:v>92.415216631201602</c:v>
                </c:pt>
                <c:pt idx="1081">
                  <c:v>92.479095605465034</c:v>
                </c:pt>
                <c:pt idx="1082">
                  <c:v>92.542960286517513</c:v>
                </c:pt>
                <c:pt idx="1083">
                  <c:v>92.606816988454952</c:v>
                </c:pt>
                <c:pt idx="1084">
                  <c:v>92.670649707693116</c:v>
                </c:pt>
                <c:pt idx="1085">
                  <c:v>92.734435986350007</c:v>
                </c:pt>
                <c:pt idx="1086">
                  <c:v>92.798167946878166</c:v>
                </c:pt>
                <c:pt idx="1087">
                  <c:v>92.861898131919929</c:v>
                </c:pt>
                <c:pt idx="1088">
                  <c:v>92.925606349511042</c:v>
                </c:pt>
                <c:pt idx="1089">
                  <c:v>92.989306092155971</c:v>
                </c:pt>
                <c:pt idx="1090">
                  <c:v>93.052970967876846</c:v>
                </c:pt>
                <c:pt idx="1091">
                  <c:v>93.116602796105695</c:v>
                </c:pt>
                <c:pt idx="1092">
                  <c:v>93.180195024962359</c:v>
                </c:pt>
                <c:pt idx="1093">
                  <c:v>93.243765152163135</c:v>
                </c:pt>
                <c:pt idx="1094">
                  <c:v>93.307300736840148</c:v>
                </c:pt>
                <c:pt idx="1095">
                  <c:v>93.370813562365583</c:v>
                </c:pt>
                <c:pt idx="1096">
                  <c:v>93.434320991425608</c:v>
                </c:pt>
                <c:pt idx="1097">
                  <c:v>93.497808055344777</c:v>
                </c:pt>
                <c:pt idx="1098">
                  <c:v>93.561293668630597</c:v>
                </c:pt>
                <c:pt idx="1099">
                  <c:v>93.624719811274758</c:v>
                </c:pt>
                <c:pt idx="1100">
                  <c:v>93.688103705874994</c:v>
                </c:pt>
                <c:pt idx="1101">
                  <c:v>93.751456376643972</c:v>
                </c:pt>
                <c:pt idx="1102">
                  <c:v>93.81475290377584</c:v>
                </c:pt>
                <c:pt idx="1103">
                  <c:v>93.878042998551152</c:v>
                </c:pt>
                <c:pt idx="1104">
                  <c:v>93.941326372858995</c:v>
                </c:pt>
                <c:pt idx="1105">
                  <c:v>94.004587126234313</c:v>
                </c:pt>
                <c:pt idx="1106">
                  <c:v>94.067799778685909</c:v>
                </c:pt>
                <c:pt idx="1107">
                  <c:v>94.131002639827472</c:v>
                </c:pt>
                <c:pt idx="1108">
                  <c:v>94.194205471641624</c:v>
                </c:pt>
                <c:pt idx="1109">
                  <c:v>94.257404048048087</c:v>
                </c:pt>
                <c:pt idx="1110">
                  <c:v>94.320586490902144</c:v>
                </c:pt>
                <c:pt idx="1111">
                  <c:v>94.383756914802177</c:v>
                </c:pt>
                <c:pt idx="1112">
                  <c:v>94.446908043405642</c:v>
                </c:pt>
                <c:pt idx="1113">
                  <c:v>94.510057476483411</c:v>
                </c:pt>
                <c:pt idx="1114">
                  <c:v>94.573186538142821</c:v>
                </c:pt>
                <c:pt idx="1115">
                  <c:v>94.636300476980352</c:v>
                </c:pt>
                <c:pt idx="1116">
                  <c:v>94.699409275852105</c:v>
                </c:pt>
                <c:pt idx="1117">
                  <c:v>94.762469885378209</c:v>
                </c:pt>
                <c:pt idx="1118">
                  <c:v>94.825526198573158</c:v>
                </c:pt>
                <c:pt idx="1119">
                  <c:v>94.888578506797373</c:v>
                </c:pt>
                <c:pt idx="1120">
                  <c:v>94.951551872727634</c:v>
                </c:pt>
                <c:pt idx="1121">
                  <c:v>95.014506665810899</c:v>
                </c:pt>
                <c:pt idx="1122">
                  <c:v>95.077460038399479</c:v>
                </c:pt>
                <c:pt idx="1123">
                  <c:v>95.140410350691809</c:v>
                </c:pt>
                <c:pt idx="1124">
                  <c:v>95.203360559868386</c:v>
                </c:pt>
                <c:pt idx="1125">
                  <c:v>95.266234339702109</c:v>
                </c:pt>
                <c:pt idx="1126">
                  <c:v>95.329105356538008</c:v>
                </c:pt>
                <c:pt idx="1127">
                  <c:v>95.391972922292567</c:v>
                </c:pt>
                <c:pt idx="1128">
                  <c:v>95.454809006733115</c:v>
                </c:pt>
                <c:pt idx="1129">
                  <c:v>95.517645048907767</c:v>
                </c:pt>
                <c:pt idx="1130">
                  <c:v>95.580409431939998</c:v>
                </c:pt>
                <c:pt idx="1131">
                  <c:v>95.643168371683387</c:v>
                </c:pt>
                <c:pt idx="1132">
                  <c:v>95.705899046012505</c:v>
                </c:pt>
                <c:pt idx="1133">
                  <c:v>95.768595774872409</c:v>
                </c:pt>
                <c:pt idx="1134">
                  <c:v>95.831263045216147</c:v>
                </c:pt>
                <c:pt idx="1135">
                  <c:v>95.893930130361056</c:v>
                </c:pt>
                <c:pt idx="1136">
                  <c:v>95.956558118099267</c:v>
                </c:pt>
                <c:pt idx="1137">
                  <c:v>96.019184781816577</c:v>
                </c:pt>
                <c:pt idx="1138">
                  <c:v>96.081794741928121</c:v>
                </c:pt>
                <c:pt idx="1139">
                  <c:v>96.144395507972632</c:v>
                </c:pt>
                <c:pt idx="1140">
                  <c:v>96.206995635634271</c:v>
                </c:pt>
                <c:pt idx="1141">
                  <c:v>96.269574897824185</c:v>
                </c:pt>
                <c:pt idx="1142">
                  <c:v>96.332110536342981</c:v>
                </c:pt>
                <c:pt idx="1143">
                  <c:v>96.394622210627887</c:v>
                </c:pt>
                <c:pt idx="1144">
                  <c:v>96.457100937241819</c:v>
                </c:pt>
                <c:pt idx="1145">
                  <c:v>96.519517682799602</c:v>
                </c:pt>
                <c:pt idx="1146">
                  <c:v>96.581906128162601</c:v>
                </c:pt>
                <c:pt idx="1147">
                  <c:v>96.644288083500939</c:v>
                </c:pt>
                <c:pt idx="1148">
                  <c:v>96.706628926927692</c:v>
                </c:pt>
                <c:pt idx="1149">
                  <c:v>96.768960515483272</c:v>
                </c:pt>
                <c:pt idx="1150">
                  <c:v>96.831283279054659</c:v>
                </c:pt>
                <c:pt idx="1151">
                  <c:v>96.893600146148529</c:v>
                </c:pt>
                <c:pt idx="1152">
                  <c:v>96.955901864721909</c:v>
                </c:pt>
                <c:pt idx="1153">
                  <c:v>97.018196082883492</c:v>
                </c:pt>
                <c:pt idx="1154">
                  <c:v>97.080487243459956</c:v>
                </c:pt>
                <c:pt idx="1155">
                  <c:v>97.142769418831364</c:v>
                </c:pt>
                <c:pt idx="1156">
                  <c:v>97.205049102655423</c:v>
                </c:pt>
                <c:pt idx="1157">
                  <c:v>97.267306113086505</c:v>
                </c:pt>
                <c:pt idx="1158">
                  <c:v>97.329533023020844</c:v>
                </c:pt>
                <c:pt idx="1159">
                  <c:v>97.391741683044273</c:v>
                </c:pt>
                <c:pt idx="1160">
                  <c:v>97.453948512143839</c:v>
                </c:pt>
                <c:pt idx="1161">
                  <c:v>97.516155243470905</c:v>
                </c:pt>
                <c:pt idx="1162">
                  <c:v>97.578300547753869</c:v>
                </c:pt>
                <c:pt idx="1163">
                  <c:v>97.640435830338575</c:v>
                </c:pt>
                <c:pt idx="1164">
                  <c:v>97.702569742142742</c:v>
                </c:pt>
                <c:pt idx="1165">
                  <c:v>97.764676718443894</c:v>
                </c:pt>
                <c:pt idx="1166">
                  <c:v>97.826779601002301</c:v>
                </c:pt>
                <c:pt idx="1167">
                  <c:v>97.888856761942947</c:v>
                </c:pt>
                <c:pt idx="1168">
                  <c:v>97.950861157957235</c:v>
                </c:pt>
                <c:pt idx="1169">
                  <c:v>98.012863087138115</c:v>
                </c:pt>
                <c:pt idx="1170">
                  <c:v>98.074786843243146</c:v>
                </c:pt>
                <c:pt idx="1171">
                  <c:v>98.13667548346919</c:v>
                </c:pt>
                <c:pt idx="1172">
                  <c:v>98.198549628085075</c:v>
                </c:pt>
                <c:pt idx="1173">
                  <c:v>98.260423238487434</c:v>
                </c:pt>
                <c:pt idx="1174">
                  <c:v>98.322286199477773</c:v>
                </c:pt>
                <c:pt idx="1175">
                  <c:v>98.384143205663605</c:v>
                </c:pt>
                <c:pt idx="1176">
                  <c:v>98.44598802812547</c:v>
                </c:pt>
                <c:pt idx="1177">
                  <c:v>98.507788473905947</c:v>
                </c:pt>
                <c:pt idx="1178">
                  <c:v>98.569588500148683</c:v>
                </c:pt>
                <c:pt idx="1179">
                  <c:v>98.631332694711048</c:v>
                </c:pt>
                <c:pt idx="1180">
                  <c:v>98.693067101969831</c:v>
                </c:pt>
                <c:pt idx="1181">
                  <c:v>98.754760237382911</c:v>
                </c:pt>
                <c:pt idx="1182">
                  <c:v>98.816449719264895</c:v>
                </c:pt>
                <c:pt idx="1183">
                  <c:v>98.878127989189295</c:v>
                </c:pt>
                <c:pt idx="1184">
                  <c:v>98.939780351898605</c:v>
                </c:pt>
                <c:pt idx="1185">
                  <c:v>99.001427626232328</c:v>
                </c:pt>
                <c:pt idx="1186">
                  <c:v>99.063054824376593</c:v>
                </c:pt>
                <c:pt idx="1187">
                  <c:v>99.124656573547441</c:v>
                </c:pt>
                <c:pt idx="1188">
                  <c:v>99.186210717437376</c:v>
                </c:pt>
                <c:pt idx="1189">
                  <c:v>99.247762190184474</c:v>
                </c:pt>
                <c:pt idx="1190">
                  <c:v>99.30929941417682</c:v>
                </c:pt>
                <c:pt idx="1191">
                  <c:v>99.370834754581324</c:v>
                </c:pt>
                <c:pt idx="1192">
                  <c:v>99.432332641724614</c:v>
                </c:pt>
                <c:pt idx="1193">
                  <c:v>99.493820971421044</c:v>
                </c:pt>
                <c:pt idx="1194">
                  <c:v>99.555274682884473</c:v>
                </c:pt>
                <c:pt idx="1195">
                  <c:v>99.616711784270905</c:v>
                </c:pt>
                <c:pt idx="1196">
                  <c:v>99.678130447815306</c:v>
                </c:pt>
                <c:pt idx="1197">
                  <c:v>99.739498311946392</c:v>
                </c:pt>
                <c:pt idx="1198">
                  <c:v>99.800858628068553</c:v>
                </c:pt>
                <c:pt idx="1199">
                  <c:v>99.862217892862674</c:v>
                </c:pt>
                <c:pt idx="1200">
                  <c:v>99.92357692216541</c:v>
                </c:pt>
                <c:pt idx="1201">
                  <c:v>99.98492556260581</c:v>
                </c:pt>
                <c:pt idx="1202">
                  <c:v>100.04624141017101</c:v>
                </c:pt>
                <c:pt idx="1203">
                  <c:v>100.1075466215113</c:v>
                </c:pt>
                <c:pt idx="1204">
                  <c:v>100.16881733031769</c:v>
                </c:pt>
                <c:pt idx="1205">
                  <c:v>100.2300864914684</c:v>
                </c:pt>
                <c:pt idx="1206">
                  <c:v>100.29134675944439</c:v>
                </c:pt>
                <c:pt idx="1207">
                  <c:v>100.3525857836979</c:v>
                </c:pt>
                <c:pt idx="1208">
                  <c:v>100.4138133784739</c:v>
                </c:pt>
                <c:pt idx="1209">
                  <c:v>100.47501648244641</c:v>
                </c:pt>
                <c:pt idx="1210">
                  <c:v>100.5362174058619</c:v>
                </c:pt>
                <c:pt idx="1211">
                  <c:v>100.5973942929117</c:v>
                </c:pt>
                <c:pt idx="1212">
                  <c:v>100.6585499160888</c:v>
                </c:pt>
                <c:pt idx="1213">
                  <c:v>100.71970018354889</c:v>
                </c:pt>
                <c:pt idx="1214">
                  <c:v>100.7808386041286</c:v>
                </c:pt>
                <c:pt idx="1215">
                  <c:v>100.8419191068129</c:v>
                </c:pt>
                <c:pt idx="1216">
                  <c:v>100.9029944931396</c:v>
                </c:pt>
                <c:pt idx="1217">
                  <c:v>100.96404772763189</c:v>
                </c:pt>
                <c:pt idx="1218">
                  <c:v>101.0250811801351</c:v>
                </c:pt>
                <c:pt idx="1219">
                  <c:v>101.0861123673388</c:v>
                </c:pt>
                <c:pt idx="1220">
                  <c:v>101.1471260234115</c:v>
                </c:pt>
                <c:pt idx="1221">
                  <c:v>101.208134344679</c:v>
                </c:pt>
                <c:pt idx="1222">
                  <c:v>101.26913601430211</c:v>
                </c:pt>
                <c:pt idx="1223">
                  <c:v>101.33010098555459</c:v>
                </c:pt>
                <c:pt idx="1224">
                  <c:v>101.3910525282691</c:v>
                </c:pt>
                <c:pt idx="1225">
                  <c:v>101.451977160803</c:v>
                </c:pt>
                <c:pt idx="1226">
                  <c:v>101.5128821749548</c:v>
                </c:pt>
                <c:pt idx="1227">
                  <c:v>101.57377807950159</c:v>
                </c:pt>
                <c:pt idx="1228">
                  <c:v>101.63466181882499</c:v>
                </c:pt>
                <c:pt idx="1229">
                  <c:v>101.6955399496487</c:v>
                </c:pt>
                <c:pt idx="1230">
                  <c:v>101.75640108379871</c:v>
                </c:pt>
                <c:pt idx="1231">
                  <c:v>101.81725346718579</c:v>
                </c:pt>
                <c:pt idx="1232">
                  <c:v>101.8780254789766</c:v>
                </c:pt>
                <c:pt idx="1233">
                  <c:v>101.93873831578981</c:v>
                </c:pt>
                <c:pt idx="1234">
                  <c:v>101.99942857292361</c:v>
                </c:pt>
                <c:pt idx="1235">
                  <c:v>102.060107981043</c:v>
                </c:pt>
                <c:pt idx="1236">
                  <c:v>102.12076671324159</c:v>
                </c:pt>
                <c:pt idx="1237">
                  <c:v>102.1814120851851</c:v>
                </c:pt>
                <c:pt idx="1238">
                  <c:v>102.2420389226872</c:v>
                </c:pt>
                <c:pt idx="1239">
                  <c:v>102.3026520794903</c:v>
                </c:pt>
                <c:pt idx="1240">
                  <c:v>102.3632459960433</c:v>
                </c:pt>
                <c:pt idx="1241">
                  <c:v>102.4236910585646</c:v>
                </c:pt>
                <c:pt idx="1242">
                  <c:v>102.4841091968659</c:v>
                </c:pt>
                <c:pt idx="1243">
                  <c:v>102.5445262586112</c:v>
                </c:pt>
                <c:pt idx="1244">
                  <c:v>102.6049177366023</c:v>
                </c:pt>
                <c:pt idx="1245">
                  <c:v>102.6653013724662</c:v>
                </c:pt>
                <c:pt idx="1246">
                  <c:v>102.725640984016</c:v>
                </c:pt>
                <c:pt idx="1247">
                  <c:v>102.7859658948428</c:v>
                </c:pt>
                <c:pt idx="1248">
                  <c:v>102.84626574682611</c:v>
                </c:pt>
                <c:pt idx="1249">
                  <c:v>102.90654982726861</c:v>
                </c:pt>
                <c:pt idx="1250">
                  <c:v>102.9667867018149</c:v>
                </c:pt>
                <c:pt idx="1251">
                  <c:v>103.0269416072381</c:v>
                </c:pt>
                <c:pt idx="1252">
                  <c:v>103.0870945445686</c:v>
                </c:pt>
                <c:pt idx="1253">
                  <c:v>103.1472262147512</c:v>
                </c:pt>
                <c:pt idx="1254">
                  <c:v>103.20733786443689</c:v>
                </c:pt>
                <c:pt idx="1255">
                  <c:v>103.26742221921199</c:v>
                </c:pt>
                <c:pt idx="1256">
                  <c:v>103.3274411297289</c:v>
                </c:pt>
                <c:pt idx="1257">
                  <c:v>103.3874518298958</c:v>
                </c:pt>
                <c:pt idx="1258">
                  <c:v>103.4474108955431</c:v>
                </c:pt>
                <c:pt idx="1259">
                  <c:v>103.50736645140751</c:v>
                </c:pt>
                <c:pt idx="1260">
                  <c:v>103.5673169751492</c:v>
                </c:pt>
                <c:pt idx="1261">
                  <c:v>103.6272633956593</c:v>
                </c:pt>
                <c:pt idx="1262">
                  <c:v>103.6871981380982</c:v>
                </c:pt>
                <c:pt idx="1263">
                  <c:v>103.7471307642971</c:v>
                </c:pt>
                <c:pt idx="1264">
                  <c:v>103.8070584349958</c:v>
                </c:pt>
                <c:pt idx="1265">
                  <c:v>103.8669140075047</c:v>
                </c:pt>
                <c:pt idx="1266">
                  <c:v>103.9267631197896</c:v>
                </c:pt>
                <c:pt idx="1267">
                  <c:v>103.9866105531091</c:v>
                </c:pt>
                <c:pt idx="1268">
                  <c:v>104.04642087778041</c:v>
                </c:pt>
                <c:pt idx="1269">
                  <c:v>104.1062148376426</c:v>
                </c:pt>
                <c:pt idx="1270">
                  <c:v>104.1659906577476</c:v>
                </c:pt>
                <c:pt idx="1271">
                  <c:v>104.2257464656979</c:v>
                </c:pt>
                <c:pt idx="1272">
                  <c:v>104.28546907972481</c:v>
                </c:pt>
                <c:pt idx="1273">
                  <c:v>104.3451899780076</c:v>
                </c:pt>
                <c:pt idx="1274">
                  <c:v>104.4048920474782</c:v>
                </c:pt>
                <c:pt idx="1275">
                  <c:v>104.4645932986934</c:v>
                </c:pt>
                <c:pt idx="1276">
                  <c:v>104.52426761156499</c:v>
                </c:pt>
                <c:pt idx="1277">
                  <c:v>104.58387121026379</c:v>
                </c:pt>
                <c:pt idx="1278">
                  <c:v>104.64347022331749</c:v>
                </c:pt>
                <c:pt idx="1279">
                  <c:v>104.703043104835</c:v>
                </c:pt>
                <c:pt idx="1280">
                  <c:v>104.7626092358622</c:v>
                </c:pt>
                <c:pt idx="1281">
                  <c:v>104.8221432953313</c:v>
                </c:pt>
                <c:pt idx="1282">
                  <c:v>104.8816682870597</c:v>
                </c:pt>
                <c:pt idx="1283">
                  <c:v>104.9411728271056</c:v>
                </c:pt>
                <c:pt idx="1284">
                  <c:v>105.00065995076881</c:v>
                </c:pt>
                <c:pt idx="1285">
                  <c:v>105.06012335898851</c:v>
                </c:pt>
                <c:pt idx="1286">
                  <c:v>105.1195736710159</c:v>
                </c:pt>
                <c:pt idx="1287">
                  <c:v>105.1790230740977</c:v>
                </c:pt>
                <c:pt idx="1288">
                  <c:v>105.2384629707376</c:v>
                </c:pt>
                <c:pt idx="1289">
                  <c:v>105.2978981858795</c:v>
                </c:pt>
                <c:pt idx="1290">
                  <c:v>105.3573274291751</c:v>
                </c:pt>
                <c:pt idx="1291">
                  <c:v>105.4167552695444</c:v>
                </c:pt>
                <c:pt idx="1292">
                  <c:v>105.476138849984</c:v>
                </c:pt>
                <c:pt idx="1293">
                  <c:v>105.535511699932</c:v>
                </c:pt>
                <c:pt idx="1294">
                  <c:v>105.594845316926</c:v>
                </c:pt>
                <c:pt idx="1295">
                  <c:v>105.65408564376941</c:v>
                </c:pt>
                <c:pt idx="1296">
                  <c:v>105.7133126043843</c:v>
                </c:pt>
                <c:pt idx="1297">
                  <c:v>105.77249050178121</c:v>
                </c:pt>
                <c:pt idx="1298">
                  <c:v>105.8316656170841</c:v>
                </c:pt>
                <c:pt idx="1299">
                  <c:v>105.8908386058542</c:v>
                </c:pt>
                <c:pt idx="1300">
                  <c:v>105.95000055711741</c:v>
                </c:pt>
                <c:pt idx="1301">
                  <c:v>106.0091594560368</c:v>
                </c:pt>
                <c:pt idx="1302">
                  <c:v>106.068318212365</c:v>
                </c:pt>
                <c:pt idx="1303">
                  <c:v>106.12746170617849</c:v>
                </c:pt>
                <c:pt idx="1304">
                  <c:v>106.1865753229276</c:v>
                </c:pt>
                <c:pt idx="1305">
                  <c:v>106.2456756255261</c:v>
                </c:pt>
                <c:pt idx="1306">
                  <c:v>106.3047650271419</c:v>
                </c:pt>
                <c:pt idx="1307">
                  <c:v>106.36380054802549</c:v>
                </c:pt>
                <c:pt idx="1308">
                  <c:v>106.4227509410817</c:v>
                </c:pt>
                <c:pt idx="1309">
                  <c:v>106.48168978376241</c:v>
                </c:pt>
                <c:pt idx="1310">
                  <c:v>106.5406148088616</c:v>
                </c:pt>
                <c:pt idx="1311">
                  <c:v>106.59951965929621</c:v>
                </c:pt>
                <c:pt idx="1312">
                  <c:v>106.6584045020589</c:v>
                </c:pt>
                <c:pt idx="1313">
                  <c:v>106.7172826153023</c:v>
                </c:pt>
                <c:pt idx="1314">
                  <c:v>106.7761417714262</c:v>
                </c:pt>
                <c:pt idx="1315">
                  <c:v>106.8349849629676</c:v>
                </c:pt>
                <c:pt idx="1316">
                  <c:v>106.8938169522728</c:v>
                </c:pt>
                <c:pt idx="1317">
                  <c:v>106.9526463501352</c:v>
                </c:pt>
                <c:pt idx="1318">
                  <c:v>107.0114647635459</c:v>
                </c:pt>
                <c:pt idx="1319">
                  <c:v>107.0702672586397</c:v>
                </c:pt>
                <c:pt idx="1320">
                  <c:v>107.1290680130118</c:v>
                </c:pt>
                <c:pt idx="1321">
                  <c:v>107.18786665943379</c:v>
                </c:pt>
                <c:pt idx="1322">
                  <c:v>107.24663651742971</c:v>
                </c:pt>
                <c:pt idx="1323">
                  <c:v>107.30539739695089</c:v>
                </c:pt>
                <c:pt idx="1324">
                  <c:v>107.3641509527211</c:v>
                </c:pt>
                <c:pt idx="1325">
                  <c:v>107.4228803027127</c:v>
                </c:pt>
                <c:pt idx="1326">
                  <c:v>107.48159934202801</c:v>
                </c:pt>
                <c:pt idx="1327">
                  <c:v>107.5402899208747</c:v>
                </c:pt>
                <c:pt idx="1328">
                  <c:v>107.598978356904</c:v>
                </c:pt>
                <c:pt idx="1329">
                  <c:v>107.6576277518971</c:v>
                </c:pt>
                <c:pt idx="1330">
                  <c:v>107.71623831736871</c:v>
                </c:pt>
                <c:pt idx="1331">
                  <c:v>107.774835258878</c:v>
                </c:pt>
                <c:pt idx="1332">
                  <c:v>107.8334306828509</c:v>
                </c:pt>
                <c:pt idx="1333">
                  <c:v>107.8920017119212</c:v>
                </c:pt>
                <c:pt idx="1334">
                  <c:v>107.950544458775</c:v>
                </c:pt>
                <c:pt idx="1335">
                  <c:v>108.00908139824961</c:v>
                </c:pt>
                <c:pt idx="1336">
                  <c:v>108.0676012295428</c:v>
                </c:pt>
                <c:pt idx="1337">
                  <c:v>108.1260676669345</c:v>
                </c:pt>
                <c:pt idx="1338">
                  <c:v>108.18451975868579</c:v>
                </c:pt>
                <c:pt idx="1339">
                  <c:v>108.2429617235159</c:v>
                </c:pt>
                <c:pt idx="1340">
                  <c:v>108.30139946143851</c:v>
                </c:pt>
                <c:pt idx="1341">
                  <c:v>108.35980854689861</c:v>
                </c:pt>
                <c:pt idx="1342">
                  <c:v>108.4181829098254</c:v>
                </c:pt>
                <c:pt idx="1343">
                  <c:v>108.4765533115462</c:v>
                </c:pt>
                <c:pt idx="1344">
                  <c:v>108.5349041920812</c:v>
                </c:pt>
                <c:pt idx="1345">
                  <c:v>108.5932334920717</c:v>
                </c:pt>
                <c:pt idx="1346">
                  <c:v>108.6514938905279</c:v>
                </c:pt>
                <c:pt idx="1347">
                  <c:v>108.70973974997681</c:v>
                </c:pt>
                <c:pt idx="1348">
                  <c:v>108.76796423368199</c:v>
                </c:pt>
                <c:pt idx="1349">
                  <c:v>108.8261464324472</c:v>
                </c:pt>
                <c:pt idx="1350">
                  <c:v>108.8842914108355</c:v>
                </c:pt>
                <c:pt idx="1351">
                  <c:v>108.94243142654641</c:v>
                </c:pt>
                <c:pt idx="1352">
                  <c:v>109.0005663031742</c:v>
                </c:pt>
                <c:pt idx="1353">
                  <c:v>109.0586735461746</c:v>
                </c:pt>
                <c:pt idx="1354">
                  <c:v>109.1167776794795</c:v>
                </c:pt>
                <c:pt idx="1355">
                  <c:v>109.1748776310791</c:v>
                </c:pt>
                <c:pt idx="1356">
                  <c:v>109.2329742307588</c:v>
                </c:pt>
                <c:pt idx="1357">
                  <c:v>109.29102406860019</c:v>
                </c:pt>
                <c:pt idx="1358">
                  <c:v>109.34906898024759</c:v>
                </c:pt>
                <c:pt idx="1359">
                  <c:v>109.4071132658885</c:v>
                </c:pt>
                <c:pt idx="1360">
                  <c:v>109.46514336220859</c:v>
                </c:pt>
                <c:pt idx="1361">
                  <c:v>109.5231684083511</c:v>
                </c:pt>
                <c:pt idx="1362">
                  <c:v>109.58118937600121</c:v>
                </c:pt>
                <c:pt idx="1363">
                  <c:v>109.6392102842505</c:v>
                </c:pt>
                <c:pt idx="1364">
                  <c:v>109.6972270348538</c:v>
                </c:pt>
                <c:pt idx="1365">
                  <c:v>109.7552372640947</c:v>
                </c:pt>
                <c:pt idx="1366">
                  <c:v>109.8132399944607</c:v>
                </c:pt>
                <c:pt idx="1367">
                  <c:v>109.8712402760912</c:v>
                </c:pt>
                <c:pt idx="1368">
                  <c:v>109.92922849448919</c:v>
                </c:pt>
                <c:pt idx="1369">
                  <c:v>109.9872080173877</c:v>
                </c:pt>
                <c:pt idx="1370">
                  <c:v>110.0451864156577</c:v>
                </c:pt>
                <c:pt idx="1371">
                  <c:v>110.103144569967</c:v>
                </c:pt>
                <c:pt idx="1372">
                  <c:v>110.1610981017454</c:v>
                </c:pt>
                <c:pt idx="1373">
                  <c:v>110.21902646525881</c:v>
                </c:pt>
                <c:pt idx="1374">
                  <c:v>110.2769379019558</c:v>
                </c:pt>
                <c:pt idx="1375">
                  <c:v>110.33484923875019</c:v>
                </c:pt>
                <c:pt idx="1376">
                  <c:v>110.39275716955051</c:v>
                </c:pt>
                <c:pt idx="1377">
                  <c:v>110.4506039906385</c:v>
                </c:pt>
                <c:pt idx="1378">
                  <c:v>110.5084288934522</c:v>
                </c:pt>
                <c:pt idx="1379">
                  <c:v>110.5662206476408</c:v>
                </c:pt>
                <c:pt idx="1380">
                  <c:v>110.6240070713975</c:v>
                </c:pt>
                <c:pt idx="1381">
                  <c:v>110.68179200804791</c:v>
                </c:pt>
                <c:pt idx="1382">
                  <c:v>110.73956437271001</c:v>
                </c:pt>
                <c:pt idx="1383">
                  <c:v>110.7973283944221</c:v>
                </c:pt>
                <c:pt idx="1384">
                  <c:v>110.8550901505087</c:v>
                </c:pt>
                <c:pt idx="1385">
                  <c:v>110.9128418486074</c:v>
                </c:pt>
                <c:pt idx="1386">
                  <c:v>110.970566163736</c:v>
                </c:pt>
                <c:pt idx="1387">
                  <c:v>111.02826043061749</c:v>
                </c:pt>
                <c:pt idx="1388">
                  <c:v>111.0859129566131</c:v>
                </c:pt>
                <c:pt idx="1389">
                  <c:v>111.1435522155425</c:v>
                </c:pt>
                <c:pt idx="1390">
                  <c:v>111.20117617575779</c:v>
                </c:pt>
                <c:pt idx="1391">
                  <c:v>111.25877160802089</c:v>
                </c:pt>
                <c:pt idx="1392">
                  <c:v>111.3163498968174</c:v>
                </c:pt>
                <c:pt idx="1393">
                  <c:v>111.3738883594407</c:v>
                </c:pt>
                <c:pt idx="1394">
                  <c:v>111.4314011860438</c:v>
                </c:pt>
                <c:pt idx="1395">
                  <c:v>111.4888921671627</c:v>
                </c:pt>
                <c:pt idx="1396">
                  <c:v>111.5463770947165</c:v>
                </c:pt>
                <c:pt idx="1397">
                  <c:v>111.603854635107</c:v>
                </c:pt>
                <c:pt idx="1398">
                  <c:v>111.66133023163199</c:v>
                </c:pt>
                <c:pt idx="1399">
                  <c:v>111.71879972581669</c:v>
                </c:pt>
                <c:pt idx="1400">
                  <c:v>111.77622324008691</c:v>
                </c:pt>
                <c:pt idx="1401">
                  <c:v>111.8336150235108</c:v>
                </c:pt>
                <c:pt idx="1402">
                  <c:v>111.8909089660267</c:v>
                </c:pt>
                <c:pt idx="1403">
                  <c:v>111.94818248364069</c:v>
                </c:pt>
                <c:pt idx="1404">
                  <c:v>112.00540883195229</c:v>
                </c:pt>
                <c:pt idx="1405">
                  <c:v>112.0626278079756</c:v>
                </c:pt>
                <c:pt idx="1406">
                  <c:v>112.1198218176493</c:v>
                </c:pt>
                <c:pt idx="1407">
                  <c:v>112.17697060353851</c:v>
                </c:pt>
                <c:pt idx="1408">
                  <c:v>112.23410309824131</c:v>
                </c:pt>
                <c:pt idx="1409">
                  <c:v>112.2912273846632</c:v>
                </c:pt>
                <c:pt idx="1410">
                  <c:v>112.3483446734877</c:v>
                </c:pt>
                <c:pt idx="1411">
                  <c:v>112.40540818576901</c:v>
                </c:pt>
                <c:pt idx="1412">
                  <c:v>112.4624620093667</c:v>
                </c:pt>
                <c:pt idx="1413">
                  <c:v>112.5195130405277</c:v>
                </c:pt>
                <c:pt idx="1414">
                  <c:v>112.5765487722468</c:v>
                </c:pt>
                <c:pt idx="1415">
                  <c:v>112.6335753294258</c:v>
                </c:pt>
                <c:pt idx="1416">
                  <c:v>112.6905807055966</c:v>
                </c:pt>
                <c:pt idx="1417">
                  <c:v>112.7475695099031</c:v>
                </c:pt>
                <c:pt idx="1418">
                  <c:v>112.8045547482825</c:v>
                </c:pt>
                <c:pt idx="1419">
                  <c:v>112.86150600061529</c:v>
                </c:pt>
                <c:pt idx="1420">
                  <c:v>112.9184523280183</c:v>
                </c:pt>
                <c:pt idx="1421">
                  <c:v>112.9753896867193</c:v>
                </c:pt>
                <c:pt idx="1422">
                  <c:v>113.0323247492902</c:v>
                </c:pt>
                <c:pt idx="1423">
                  <c:v>113.08919030325541</c:v>
                </c:pt>
                <c:pt idx="1424">
                  <c:v>113.1460279074673</c:v>
                </c:pt>
                <c:pt idx="1425">
                  <c:v>113.2028500872235</c:v>
                </c:pt>
                <c:pt idx="1426">
                  <c:v>113.2596493120566</c:v>
                </c:pt>
                <c:pt idx="1427">
                  <c:v>113.3164200026216</c:v>
                </c:pt>
                <c:pt idx="1428">
                  <c:v>113.3731847863192</c:v>
                </c:pt>
                <c:pt idx="1429">
                  <c:v>113.4299089471006</c:v>
                </c:pt>
                <c:pt idx="1430">
                  <c:v>113.48661306542949</c:v>
                </c:pt>
                <c:pt idx="1431">
                  <c:v>113.5432967525286</c:v>
                </c:pt>
                <c:pt idx="1432">
                  <c:v>113.59996793256209</c:v>
                </c:pt>
                <c:pt idx="1433">
                  <c:v>113.6566229659975</c:v>
                </c:pt>
                <c:pt idx="1434">
                  <c:v>113.71325480082049</c:v>
                </c:pt>
                <c:pt idx="1435">
                  <c:v>113.7698525334818</c:v>
                </c:pt>
                <c:pt idx="1436">
                  <c:v>113.82644870215459</c:v>
                </c:pt>
                <c:pt idx="1437">
                  <c:v>113.88303580333429</c:v>
                </c:pt>
                <c:pt idx="1438">
                  <c:v>113.93960729935419</c:v>
                </c:pt>
                <c:pt idx="1439">
                  <c:v>113.9961433578286</c:v>
                </c:pt>
                <c:pt idx="1440">
                  <c:v>114.0526649744187</c:v>
                </c:pt>
                <c:pt idx="1441">
                  <c:v>114.1091853685963</c:v>
                </c:pt>
                <c:pt idx="1442">
                  <c:v>114.1657020952472</c:v>
                </c:pt>
                <c:pt idx="1443">
                  <c:v>114.222176238492</c:v>
                </c:pt>
                <c:pt idx="1444">
                  <c:v>114.2786019423794</c:v>
                </c:pt>
                <c:pt idx="1445">
                  <c:v>114.3349719628654</c:v>
                </c:pt>
                <c:pt idx="1446">
                  <c:v>114.3912912585652</c:v>
                </c:pt>
                <c:pt idx="1447">
                  <c:v>114.44760840997471</c:v>
                </c:pt>
                <c:pt idx="1448">
                  <c:v>114.5039034749722</c:v>
                </c:pt>
                <c:pt idx="1449">
                  <c:v>114.56017835913219</c:v>
                </c:pt>
                <c:pt idx="1450">
                  <c:v>114.6164510395555</c:v>
                </c:pt>
                <c:pt idx="1451">
                  <c:v>114.6726922272188</c:v>
                </c:pt>
                <c:pt idx="1452">
                  <c:v>114.7289306732098</c:v>
                </c:pt>
                <c:pt idx="1453">
                  <c:v>114.785151707883</c:v>
                </c:pt>
                <c:pt idx="1454">
                  <c:v>114.8413327166266</c:v>
                </c:pt>
                <c:pt idx="1455">
                  <c:v>114.89750659854749</c:v>
                </c:pt>
                <c:pt idx="1456">
                  <c:v>114.9536658498445</c:v>
                </c:pt>
                <c:pt idx="1457">
                  <c:v>115.0098166261743</c:v>
                </c:pt>
                <c:pt idx="1458">
                  <c:v>115.0659440996148</c:v>
                </c:pt>
                <c:pt idx="1459">
                  <c:v>115.1220492153551</c:v>
                </c:pt>
                <c:pt idx="1460">
                  <c:v>115.1780615595975</c:v>
                </c:pt>
                <c:pt idx="1461">
                  <c:v>115.2340512281319</c:v>
                </c:pt>
                <c:pt idx="1462">
                  <c:v>115.2900201768653</c:v>
                </c:pt>
                <c:pt idx="1463">
                  <c:v>115.34598302220689</c:v>
                </c:pt>
                <c:pt idx="1464">
                  <c:v>115.4019456090893</c:v>
                </c:pt>
                <c:pt idx="1465">
                  <c:v>115.457906247361</c:v>
                </c:pt>
                <c:pt idx="1466">
                  <c:v>115.5138590305193</c:v>
                </c:pt>
                <c:pt idx="1467">
                  <c:v>115.5698087636174</c:v>
                </c:pt>
                <c:pt idx="1468">
                  <c:v>115.6257522548219</c:v>
                </c:pt>
                <c:pt idx="1469">
                  <c:v>115.6816786662648</c:v>
                </c:pt>
                <c:pt idx="1470">
                  <c:v>115.73760221428159</c:v>
                </c:pt>
                <c:pt idx="1471">
                  <c:v>115.7935148749844</c:v>
                </c:pt>
                <c:pt idx="1472">
                  <c:v>115.8493824280374</c:v>
                </c:pt>
                <c:pt idx="1473">
                  <c:v>115.90522456667119</c:v>
                </c:pt>
                <c:pt idx="1474">
                  <c:v>115.9610616117514</c:v>
                </c:pt>
                <c:pt idx="1475">
                  <c:v>116.0168559767001</c:v>
                </c:pt>
                <c:pt idx="1476">
                  <c:v>116.07264811895659</c:v>
                </c:pt>
                <c:pt idx="1477">
                  <c:v>116.1284266257944</c:v>
                </c:pt>
                <c:pt idx="1478">
                  <c:v>116.18419578983909</c:v>
                </c:pt>
                <c:pt idx="1479">
                  <c:v>116.2399538037448</c:v>
                </c:pt>
                <c:pt idx="1480">
                  <c:v>116.2956982639943</c:v>
                </c:pt>
                <c:pt idx="1481">
                  <c:v>116.3514215090874</c:v>
                </c:pt>
                <c:pt idx="1482">
                  <c:v>116.40706479262469</c:v>
                </c:pt>
                <c:pt idx="1483">
                  <c:v>116.46270617827329</c:v>
                </c:pt>
                <c:pt idx="1484">
                  <c:v>116.51831136967481</c:v>
                </c:pt>
                <c:pt idx="1485">
                  <c:v>116.5739149237765</c:v>
                </c:pt>
                <c:pt idx="1486">
                  <c:v>116.62951148740321</c:v>
                </c:pt>
                <c:pt idx="1487">
                  <c:v>116.6851079006517</c:v>
                </c:pt>
                <c:pt idx="1488">
                  <c:v>116.74068805059621</c:v>
                </c:pt>
                <c:pt idx="1489">
                  <c:v>116.79624750338979</c:v>
                </c:pt>
                <c:pt idx="1490">
                  <c:v>116.8518015341615</c:v>
                </c:pt>
                <c:pt idx="1491">
                  <c:v>116.907345432988</c:v>
                </c:pt>
                <c:pt idx="1492">
                  <c:v>116.9628750868911</c:v>
                </c:pt>
                <c:pt idx="1493">
                  <c:v>117.0183839049285</c:v>
                </c:pt>
                <c:pt idx="1494">
                  <c:v>117.07387574482139</c:v>
                </c:pt>
                <c:pt idx="1495">
                  <c:v>117.1293535825762</c:v>
                </c:pt>
                <c:pt idx="1496">
                  <c:v>117.18481840593979</c:v>
                </c:pt>
                <c:pt idx="1497">
                  <c:v>117.24028308939261</c:v>
                </c:pt>
                <c:pt idx="1498">
                  <c:v>117.2957438860218</c:v>
                </c:pt>
                <c:pt idx="1499">
                  <c:v>117.3511958063895</c:v>
                </c:pt>
                <c:pt idx="1500">
                  <c:v>117.4066204154278</c:v>
                </c:pt>
                <c:pt idx="1501">
                  <c:v>117.4620434056847</c:v>
                </c:pt>
                <c:pt idx="1502">
                  <c:v>117.5174547911392</c:v>
                </c:pt>
                <c:pt idx="1503">
                  <c:v>117.5728516719266</c:v>
                </c:pt>
                <c:pt idx="1504">
                  <c:v>117.6282349960189</c:v>
                </c:pt>
                <c:pt idx="1505">
                  <c:v>117.6835676327207</c:v>
                </c:pt>
                <c:pt idx="1506">
                  <c:v>117.73885116159749</c:v>
                </c:pt>
                <c:pt idx="1507">
                  <c:v>117.7941190186778</c:v>
                </c:pt>
                <c:pt idx="1508">
                  <c:v>117.8493800905334</c:v>
                </c:pt>
                <c:pt idx="1509">
                  <c:v>117.9046373155001</c:v>
                </c:pt>
                <c:pt idx="1510">
                  <c:v>117.9598794720896</c:v>
                </c:pt>
                <c:pt idx="1511">
                  <c:v>118.0150909849293</c:v>
                </c:pt>
                <c:pt idx="1512">
                  <c:v>118.070251098347</c:v>
                </c:pt>
                <c:pt idx="1513">
                  <c:v>118.1254079640304</c:v>
                </c:pt>
                <c:pt idx="1514">
                  <c:v>118.1805579750329</c:v>
                </c:pt>
                <c:pt idx="1515">
                  <c:v>118.2356967306537</c:v>
                </c:pt>
                <c:pt idx="1516">
                  <c:v>118.2908296392126</c:v>
                </c:pt>
                <c:pt idx="1517">
                  <c:v>118.3458717764576</c:v>
                </c:pt>
                <c:pt idx="1518">
                  <c:v>118.400874923245</c:v>
                </c:pt>
                <c:pt idx="1519">
                  <c:v>118.4558741975262</c:v>
                </c:pt>
                <c:pt idx="1520">
                  <c:v>118.5108619512699</c:v>
                </c:pt>
                <c:pt idx="1521">
                  <c:v>118.56584176059179</c:v>
                </c:pt>
                <c:pt idx="1522">
                  <c:v>118.6208161217597</c:v>
                </c:pt>
                <c:pt idx="1523">
                  <c:v>118.6757869803417</c:v>
                </c:pt>
                <c:pt idx="1524">
                  <c:v>118.730724144684</c:v>
                </c:pt>
                <c:pt idx="1525">
                  <c:v>118.78565238424341</c:v>
                </c:pt>
                <c:pt idx="1526">
                  <c:v>118.84057906088989</c:v>
                </c:pt>
                <c:pt idx="1527">
                  <c:v>118.895492079951</c:v>
                </c:pt>
                <c:pt idx="1528">
                  <c:v>118.9503919721152</c:v>
                </c:pt>
                <c:pt idx="1529">
                  <c:v>119.0052383047758</c:v>
                </c:pt>
                <c:pt idx="1530">
                  <c:v>119.0600710396631</c:v>
                </c:pt>
                <c:pt idx="1531">
                  <c:v>119.1148780357008</c:v>
                </c:pt>
                <c:pt idx="1532">
                  <c:v>119.1696339540796</c:v>
                </c:pt>
                <c:pt idx="1533">
                  <c:v>119.2243659331601</c:v>
                </c:pt>
                <c:pt idx="1534">
                  <c:v>119.2790883155383</c:v>
                </c:pt>
                <c:pt idx="1535">
                  <c:v>119.3337971553548</c:v>
                </c:pt>
                <c:pt idx="1536">
                  <c:v>119.3884970114463</c:v>
                </c:pt>
                <c:pt idx="1537">
                  <c:v>119.4431883082939</c:v>
                </c:pt>
                <c:pt idx="1538">
                  <c:v>119.4978763149126</c:v>
                </c:pt>
                <c:pt idx="1539">
                  <c:v>119.55255516904209</c:v>
                </c:pt>
                <c:pt idx="1540">
                  <c:v>119.6072145753043</c:v>
                </c:pt>
                <c:pt idx="1541">
                  <c:v>119.66182124483259</c:v>
                </c:pt>
                <c:pt idx="1542">
                  <c:v>119.7164263510073</c:v>
                </c:pt>
                <c:pt idx="1543">
                  <c:v>119.7710046618417</c:v>
                </c:pt>
                <c:pt idx="1544">
                  <c:v>119.8255816873106</c:v>
                </c:pt>
                <c:pt idx="1545">
                  <c:v>119.88011905558361</c:v>
                </c:pt>
                <c:pt idx="1546">
                  <c:v>119.9346267818044</c:v>
                </c:pt>
                <c:pt idx="1547">
                  <c:v>119.9890941441475</c:v>
                </c:pt>
                <c:pt idx="1548">
                  <c:v>120.04351041474651</c:v>
                </c:pt>
                <c:pt idx="1549">
                  <c:v>120.0978760578942</c:v>
                </c:pt>
                <c:pt idx="1550">
                  <c:v>120.15222673194209</c:v>
                </c:pt>
                <c:pt idx="1551">
                  <c:v>120.20657052682461</c:v>
                </c:pt>
                <c:pt idx="1552">
                  <c:v>120.26083569377511</c:v>
                </c:pt>
                <c:pt idx="1553">
                  <c:v>120.3151008150809</c:v>
                </c:pt>
                <c:pt idx="1554">
                  <c:v>120.369363132499</c:v>
                </c:pt>
                <c:pt idx="1555">
                  <c:v>120.4236253057405</c:v>
                </c:pt>
                <c:pt idx="1556">
                  <c:v>120.47787355821291</c:v>
                </c:pt>
                <c:pt idx="1557">
                  <c:v>120.5320839219355</c:v>
                </c:pt>
                <c:pt idx="1558">
                  <c:v>120.58625862202091</c:v>
                </c:pt>
                <c:pt idx="1559">
                  <c:v>120.6404266171086</c:v>
                </c:pt>
                <c:pt idx="1560">
                  <c:v>120.69454604361989</c:v>
                </c:pt>
                <c:pt idx="1561">
                  <c:v>120.748646306724</c:v>
                </c:pt>
                <c:pt idx="1562">
                  <c:v>120.8027359004297</c:v>
                </c:pt>
                <c:pt idx="1563">
                  <c:v>120.856757392171</c:v>
                </c:pt>
                <c:pt idx="1564">
                  <c:v>120.9107717542412</c:v>
                </c:pt>
                <c:pt idx="1565">
                  <c:v>120.96477476546551</c:v>
                </c:pt>
                <c:pt idx="1566">
                  <c:v>121.0187662563055</c:v>
                </c:pt>
                <c:pt idx="1567">
                  <c:v>121.0726569485775</c:v>
                </c:pt>
                <c:pt idx="1568">
                  <c:v>121.1265056633877</c:v>
                </c:pt>
                <c:pt idx="1569">
                  <c:v>121.1802990053595</c:v>
                </c:pt>
                <c:pt idx="1570">
                  <c:v>121.23409041454281</c:v>
                </c:pt>
                <c:pt idx="1571">
                  <c:v>121.2878354183448</c:v>
                </c:pt>
                <c:pt idx="1572">
                  <c:v>121.3415255734421</c:v>
                </c:pt>
                <c:pt idx="1573">
                  <c:v>121.39520928875871</c:v>
                </c:pt>
                <c:pt idx="1574">
                  <c:v>121.44889212419049</c:v>
                </c:pt>
                <c:pt idx="1575">
                  <c:v>121.5025276055007</c:v>
                </c:pt>
                <c:pt idx="1576">
                  <c:v>121.556139971877</c:v>
                </c:pt>
                <c:pt idx="1577">
                  <c:v>121.60971355253029</c:v>
                </c:pt>
                <c:pt idx="1578">
                  <c:v>121.6632824007922</c:v>
                </c:pt>
                <c:pt idx="1579">
                  <c:v>121.71682334879161</c:v>
                </c:pt>
                <c:pt idx="1580">
                  <c:v>121.77031876573611</c:v>
                </c:pt>
                <c:pt idx="1581">
                  <c:v>121.823800631667</c:v>
                </c:pt>
                <c:pt idx="1582">
                  <c:v>121.8772565536776</c:v>
                </c:pt>
                <c:pt idx="1583">
                  <c:v>121.93066826244031</c:v>
                </c:pt>
                <c:pt idx="1584">
                  <c:v>121.9840708018484</c:v>
                </c:pt>
                <c:pt idx="1585">
                  <c:v>122.0374641504241</c:v>
                </c:pt>
                <c:pt idx="1586">
                  <c:v>122.0908476558745</c:v>
                </c:pt>
                <c:pt idx="1587">
                  <c:v>122.144166378192</c:v>
                </c:pt>
                <c:pt idx="1588">
                  <c:v>122.1974188167468</c:v>
                </c:pt>
                <c:pt idx="1589">
                  <c:v>122.2506633749814</c:v>
                </c:pt>
                <c:pt idx="1590">
                  <c:v>122.3038955881576</c:v>
                </c:pt>
                <c:pt idx="1591">
                  <c:v>122.3570866066043</c:v>
                </c:pt>
                <c:pt idx="1592">
                  <c:v>122.4102719516697</c:v>
                </c:pt>
                <c:pt idx="1593">
                  <c:v>122.4634473407647</c:v>
                </c:pt>
                <c:pt idx="1594">
                  <c:v>122.51661409750631</c:v>
                </c:pt>
                <c:pt idx="1595">
                  <c:v>122.5697238607122</c:v>
                </c:pt>
                <c:pt idx="1596">
                  <c:v>122.6228280154351</c:v>
                </c:pt>
                <c:pt idx="1597">
                  <c:v>122.6759238396459</c:v>
                </c:pt>
                <c:pt idx="1598">
                  <c:v>122.72901380643511</c:v>
                </c:pt>
                <c:pt idx="1599">
                  <c:v>122.7820843298837</c:v>
                </c:pt>
                <c:pt idx="1600">
                  <c:v>122.8350954513609</c:v>
                </c:pt>
                <c:pt idx="1601">
                  <c:v>122.88804132043499</c:v>
                </c:pt>
                <c:pt idx="1602">
                  <c:v>122.94098649936799</c:v>
                </c:pt>
                <c:pt idx="1603">
                  <c:v>122.99392126113079</c:v>
                </c:pt>
                <c:pt idx="1604">
                  <c:v>123.0468449242471</c:v>
                </c:pt>
                <c:pt idx="1605">
                  <c:v>123.0997475516284</c:v>
                </c:pt>
                <c:pt idx="1606">
                  <c:v>123.15264018600929</c:v>
                </c:pt>
                <c:pt idx="1607">
                  <c:v>123.2055091779915</c:v>
                </c:pt>
                <c:pt idx="1608">
                  <c:v>123.2583763034072</c:v>
                </c:pt>
                <c:pt idx="1609">
                  <c:v>123.3111889878823</c:v>
                </c:pt>
                <c:pt idx="1610">
                  <c:v>123.36399710017891</c:v>
                </c:pt>
                <c:pt idx="1611">
                  <c:v>123.4168048123346</c:v>
                </c:pt>
                <c:pt idx="1612">
                  <c:v>123.4696084871655</c:v>
                </c:pt>
                <c:pt idx="1613">
                  <c:v>123.5223805787101</c:v>
                </c:pt>
                <c:pt idx="1614">
                  <c:v>123.5751056013135</c:v>
                </c:pt>
                <c:pt idx="1615">
                  <c:v>123.6277942782459</c:v>
                </c:pt>
                <c:pt idx="1616">
                  <c:v>123.68048038352821</c:v>
                </c:pt>
                <c:pt idx="1617">
                  <c:v>123.7331491765343</c:v>
                </c:pt>
                <c:pt idx="1618">
                  <c:v>123.7858055312514</c:v>
                </c:pt>
                <c:pt idx="1619">
                  <c:v>123.8384304900205</c:v>
                </c:pt>
                <c:pt idx="1620">
                  <c:v>123.891045368582</c:v>
                </c:pt>
                <c:pt idx="1621">
                  <c:v>123.943654846782</c:v>
                </c:pt>
                <c:pt idx="1622">
                  <c:v>123.9962634168588</c:v>
                </c:pt>
                <c:pt idx="1623">
                  <c:v>124.04883370642111</c:v>
                </c:pt>
                <c:pt idx="1624">
                  <c:v>124.1013940149987</c:v>
                </c:pt>
                <c:pt idx="1625">
                  <c:v>124.1539425232109</c:v>
                </c:pt>
                <c:pt idx="1626">
                  <c:v>124.2064889756752</c:v>
                </c:pt>
                <c:pt idx="1627">
                  <c:v>124.2590328639216</c:v>
                </c:pt>
                <c:pt idx="1628">
                  <c:v>124.3115612089224</c:v>
                </c:pt>
                <c:pt idx="1629">
                  <c:v>124.3640773832131</c:v>
                </c:pt>
                <c:pt idx="1630">
                  <c:v>124.4165729419354</c:v>
                </c:pt>
                <c:pt idx="1631">
                  <c:v>124.4690560943414</c:v>
                </c:pt>
                <c:pt idx="1632">
                  <c:v>124.52153587644359</c:v>
                </c:pt>
                <c:pt idx="1633">
                  <c:v>124.57399081882321</c:v>
                </c:pt>
                <c:pt idx="1634">
                  <c:v>124.6264104002354</c:v>
                </c:pt>
                <c:pt idx="1635">
                  <c:v>124.6788283440555</c:v>
                </c:pt>
                <c:pt idx="1636">
                  <c:v>124.7312430090433</c:v>
                </c:pt>
                <c:pt idx="1637">
                  <c:v>124.7836525612685</c:v>
                </c:pt>
                <c:pt idx="1638">
                  <c:v>124.83605374231919</c:v>
                </c:pt>
                <c:pt idx="1639">
                  <c:v>124.8883957972875</c:v>
                </c:pt>
                <c:pt idx="1640">
                  <c:v>124.9407353643569</c:v>
                </c:pt>
                <c:pt idx="1641">
                  <c:v>124.99307377387279</c:v>
                </c:pt>
                <c:pt idx="1642">
                  <c:v>125.0454047387103</c:v>
                </c:pt>
                <c:pt idx="1643">
                  <c:v>125.09771380681261</c:v>
                </c:pt>
                <c:pt idx="1644">
                  <c:v>125.1500208784549</c:v>
                </c:pt>
                <c:pt idx="1645">
                  <c:v>125.20231809124439</c:v>
                </c:pt>
                <c:pt idx="1646">
                  <c:v>125.2545818099448</c:v>
                </c:pt>
                <c:pt idx="1647">
                  <c:v>125.3068189981265</c:v>
                </c:pt>
                <c:pt idx="1648">
                  <c:v>125.3590423309915</c:v>
                </c:pt>
                <c:pt idx="1649">
                  <c:v>125.4112616734881</c:v>
                </c:pt>
                <c:pt idx="1650">
                  <c:v>125.4634709375302</c:v>
                </c:pt>
                <c:pt idx="1651">
                  <c:v>125.5156800827135</c:v>
                </c:pt>
                <c:pt idx="1652">
                  <c:v>125.5678863502856</c:v>
                </c:pt>
                <c:pt idx="1653">
                  <c:v>125.6200843679607</c:v>
                </c:pt>
                <c:pt idx="1654">
                  <c:v>125.6722747201088</c:v>
                </c:pt>
                <c:pt idx="1655">
                  <c:v>125.7244578619252</c:v>
                </c:pt>
                <c:pt idx="1656">
                  <c:v>125.7766284537595</c:v>
                </c:pt>
                <c:pt idx="1657">
                  <c:v>125.828756653109</c:v>
                </c:pt>
                <c:pt idx="1658">
                  <c:v>125.88087867025951</c:v>
                </c:pt>
                <c:pt idx="1659">
                  <c:v>125.9329841229285</c:v>
                </c:pt>
                <c:pt idx="1660">
                  <c:v>125.9850784414856</c:v>
                </c:pt>
                <c:pt idx="1661">
                  <c:v>126.0371599693995</c:v>
                </c:pt>
                <c:pt idx="1662">
                  <c:v>126.0892143263968</c:v>
                </c:pt>
                <c:pt idx="1663">
                  <c:v>126.1412478761893</c:v>
                </c:pt>
                <c:pt idx="1664">
                  <c:v>126.1932733146281</c:v>
                </c:pt>
                <c:pt idx="1665">
                  <c:v>126.24529788857321</c:v>
                </c:pt>
                <c:pt idx="1666">
                  <c:v>126.29730183466739</c:v>
                </c:pt>
                <c:pt idx="1667">
                  <c:v>126.34923197610939</c:v>
                </c:pt>
                <c:pt idx="1668">
                  <c:v>126.4011489057885</c:v>
                </c:pt>
                <c:pt idx="1669">
                  <c:v>126.45305154493811</c:v>
                </c:pt>
                <c:pt idx="1670">
                  <c:v>126.5049488119281</c:v>
                </c:pt>
                <c:pt idx="1671">
                  <c:v>126.5568459772915</c:v>
                </c:pt>
                <c:pt idx="1672">
                  <c:v>126.6087209113908</c:v>
                </c:pt>
                <c:pt idx="1673">
                  <c:v>126.6605788299438</c:v>
                </c:pt>
                <c:pt idx="1674">
                  <c:v>126.71242899321619</c:v>
                </c:pt>
                <c:pt idx="1675">
                  <c:v>126.7642701922893</c:v>
                </c:pt>
                <c:pt idx="1676">
                  <c:v>126.8161090649436</c:v>
                </c:pt>
                <c:pt idx="1677">
                  <c:v>126.8679433741938</c:v>
                </c:pt>
                <c:pt idx="1678">
                  <c:v>126.91977563917889</c:v>
                </c:pt>
                <c:pt idx="1679">
                  <c:v>126.9715803922775</c:v>
                </c:pt>
                <c:pt idx="1680">
                  <c:v>127.02336489844799</c:v>
                </c:pt>
                <c:pt idx="1681">
                  <c:v>127.07514810563001</c:v>
                </c:pt>
                <c:pt idx="1682">
                  <c:v>127.1269156751293</c:v>
                </c:pt>
                <c:pt idx="1683">
                  <c:v>127.17866984162779</c:v>
                </c:pt>
                <c:pt idx="1684">
                  <c:v>127.2304194304462</c:v>
                </c:pt>
                <c:pt idx="1685">
                  <c:v>127.28216066366301</c:v>
                </c:pt>
                <c:pt idx="1686">
                  <c:v>127.33389064823869</c:v>
                </c:pt>
                <c:pt idx="1687">
                  <c:v>127.3856135307018</c:v>
                </c:pt>
                <c:pt idx="1688">
                  <c:v>127.4372735428941</c:v>
                </c:pt>
                <c:pt idx="1689">
                  <c:v>127.4889075840964</c:v>
                </c:pt>
                <c:pt idx="1690">
                  <c:v>127.5403925314755</c:v>
                </c:pt>
                <c:pt idx="1691">
                  <c:v>127.5918632442821</c:v>
                </c:pt>
                <c:pt idx="1692">
                  <c:v>127.6433218864836</c:v>
                </c:pt>
                <c:pt idx="1693">
                  <c:v>127.6947569907035</c:v>
                </c:pt>
                <c:pt idx="1694">
                  <c:v>127.74618898477151</c:v>
                </c:pt>
                <c:pt idx="1695">
                  <c:v>127.7976137613104</c:v>
                </c:pt>
                <c:pt idx="1696">
                  <c:v>127.84902948999731</c:v>
                </c:pt>
                <c:pt idx="1697">
                  <c:v>127.900443507643</c:v>
                </c:pt>
                <c:pt idx="1698">
                  <c:v>127.9518196396475</c:v>
                </c:pt>
                <c:pt idx="1699">
                  <c:v>128.0031793780586</c:v>
                </c:pt>
                <c:pt idx="1700">
                  <c:v>128.0545273242721</c:v>
                </c:pt>
                <c:pt idx="1701">
                  <c:v>128.1058591945889</c:v>
                </c:pt>
                <c:pt idx="1702">
                  <c:v>128.15718282998421</c:v>
                </c:pt>
                <c:pt idx="1703">
                  <c:v>128.2085062483915</c:v>
                </c:pt>
                <c:pt idx="1704">
                  <c:v>128.25981291394609</c:v>
                </c:pt>
                <c:pt idx="1705">
                  <c:v>128.3111061238354</c:v>
                </c:pt>
                <c:pt idx="1706">
                  <c:v>128.36239340689161</c:v>
                </c:pt>
                <c:pt idx="1707">
                  <c:v>128.41367658492069</c:v>
                </c:pt>
                <c:pt idx="1708">
                  <c:v>128.46495036498621</c:v>
                </c:pt>
                <c:pt idx="1709">
                  <c:v>128.51621883716311</c:v>
                </c:pt>
                <c:pt idx="1710">
                  <c:v>128.56747977722381</c:v>
                </c:pt>
                <c:pt idx="1711">
                  <c:v>128.61873314393731</c:v>
                </c:pt>
                <c:pt idx="1712">
                  <c:v>128.6699173275093</c:v>
                </c:pt>
                <c:pt idx="1713">
                  <c:v>128.72109803802709</c:v>
                </c:pt>
                <c:pt idx="1714">
                  <c:v>128.7722707069079</c:v>
                </c:pt>
                <c:pt idx="1715">
                  <c:v>128.82341323512631</c:v>
                </c:pt>
                <c:pt idx="1716">
                  <c:v>128.87453834614911</c:v>
                </c:pt>
                <c:pt idx="1717">
                  <c:v>128.92561518477041</c:v>
                </c:pt>
                <c:pt idx="1718">
                  <c:v>128.97668899853659</c:v>
                </c:pt>
                <c:pt idx="1719">
                  <c:v>129.02774819205109</c:v>
                </c:pt>
                <c:pt idx="1720">
                  <c:v>129.07880446610039</c:v>
                </c:pt>
                <c:pt idx="1721">
                  <c:v>129.12977460004629</c:v>
                </c:pt>
                <c:pt idx="1722">
                  <c:v>129.18073604005269</c:v>
                </c:pt>
                <c:pt idx="1723">
                  <c:v>129.23169594602351</c:v>
                </c:pt>
                <c:pt idx="1724">
                  <c:v>129.2826270188915</c:v>
                </c:pt>
                <c:pt idx="1725">
                  <c:v>129.33354498117359</c:v>
                </c:pt>
                <c:pt idx="1726">
                  <c:v>129.38443206013901</c:v>
                </c:pt>
                <c:pt idx="1727">
                  <c:v>129.43530454817139</c:v>
                </c:pt>
                <c:pt idx="1728">
                  <c:v>129.48617456653449</c:v>
                </c:pt>
                <c:pt idx="1729">
                  <c:v>129.53703355870451</c:v>
                </c:pt>
                <c:pt idx="1730">
                  <c:v>129.58789241066299</c:v>
                </c:pt>
                <c:pt idx="1731">
                  <c:v>129.63874521485371</c:v>
                </c:pt>
                <c:pt idx="1732">
                  <c:v>129.6895887140202</c:v>
                </c:pt>
                <c:pt idx="1733">
                  <c:v>129.7404154788878</c:v>
                </c:pt>
                <c:pt idx="1734">
                  <c:v>129.7912367866866</c:v>
                </c:pt>
                <c:pt idx="1735">
                  <c:v>129.84205535444821</c:v>
                </c:pt>
                <c:pt idx="1736">
                  <c:v>129.8928737047213</c:v>
                </c:pt>
                <c:pt idx="1737">
                  <c:v>129.9436768970516</c:v>
                </c:pt>
                <c:pt idx="1738">
                  <c:v>129.9944707717471</c:v>
                </c:pt>
                <c:pt idx="1739">
                  <c:v>130.04521984696351</c:v>
                </c:pt>
                <c:pt idx="1740">
                  <c:v>130.09594894404381</c:v>
                </c:pt>
                <c:pt idx="1741">
                  <c:v>130.146670912567</c:v>
                </c:pt>
                <c:pt idx="1742">
                  <c:v>130.1973778034633</c:v>
                </c:pt>
                <c:pt idx="1743">
                  <c:v>130.24806018900611</c:v>
                </c:pt>
                <c:pt idx="1744">
                  <c:v>130.29872710977489</c:v>
                </c:pt>
                <c:pt idx="1745">
                  <c:v>130.3493925118195</c:v>
                </c:pt>
                <c:pt idx="1746">
                  <c:v>130.4000316530929</c:v>
                </c:pt>
                <c:pt idx="1747">
                  <c:v>130.45066671914</c:v>
                </c:pt>
                <c:pt idx="1748">
                  <c:v>130.50129443160401</c:v>
                </c:pt>
                <c:pt idx="1749">
                  <c:v>130.55191014298231</c:v>
                </c:pt>
                <c:pt idx="1750">
                  <c:v>130.60251575880849</c:v>
                </c:pt>
                <c:pt idx="1751">
                  <c:v>130.65306118400531</c:v>
                </c:pt>
                <c:pt idx="1752">
                  <c:v>130.70360273321199</c:v>
                </c:pt>
                <c:pt idx="1753">
                  <c:v>130.75413913284279</c:v>
                </c:pt>
                <c:pt idx="1754">
                  <c:v>130.80466716086349</c:v>
                </c:pt>
                <c:pt idx="1755">
                  <c:v>130.8551914178519</c:v>
                </c:pt>
                <c:pt idx="1756">
                  <c:v>130.90569022593129</c:v>
                </c:pt>
                <c:pt idx="1757">
                  <c:v>130.95616882323631</c:v>
                </c:pt>
                <c:pt idx="1758">
                  <c:v>131.00662330603521</c:v>
                </c:pt>
                <c:pt idx="1759">
                  <c:v>131.05705635079411</c:v>
                </c:pt>
                <c:pt idx="1760">
                  <c:v>131.10746191920919</c:v>
                </c:pt>
                <c:pt idx="1761">
                  <c:v>131.15785597562481</c:v>
                </c:pt>
                <c:pt idx="1762">
                  <c:v>131.20824696845241</c:v>
                </c:pt>
                <c:pt idx="1763">
                  <c:v>131.2586243917014</c:v>
                </c:pt>
                <c:pt idx="1764">
                  <c:v>131.3089999783021</c:v>
                </c:pt>
                <c:pt idx="1765">
                  <c:v>131.35936614582889</c:v>
                </c:pt>
                <c:pt idx="1766">
                  <c:v>131.40972320444169</c:v>
                </c:pt>
                <c:pt idx="1767">
                  <c:v>131.4600724317263</c:v>
                </c:pt>
                <c:pt idx="1768">
                  <c:v>131.51041654378531</c:v>
                </c:pt>
                <c:pt idx="1769">
                  <c:v>131.56074433313691</c:v>
                </c:pt>
                <c:pt idx="1770">
                  <c:v>131.61106415162351</c:v>
                </c:pt>
                <c:pt idx="1771">
                  <c:v>131.66137973878901</c:v>
                </c:pt>
                <c:pt idx="1772">
                  <c:v>131.71168618999309</c:v>
                </c:pt>
                <c:pt idx="1773">
                  <c:v>131.7619883565263</c:v>
                </c:pt>
                <c:pt idx="1774">
                  <c:v>131.8122826760698</c:v>
                </c:pt>
                <c:pt idx="1775">
                  <c:v>131.86254060344069</c:v>
                </c:pt>
                <c:pt idx="1776">
                  <c:v>131.9127828640201</c:v>
                </c:pt>
                <c:pt idx="1777">
                  <c:v>131.9630032266513</c:v>
                </c:pt>
                <c:pt idx="1778">
                  <c:v>132.01321884521451</c:v>
                </c:pt>
                <c:pt idx="1779">
                  <c:v>132.0634289826051</c:v>
                </c:pt>
                <c:pt idx="1780">
                  <c:v>132.11361780276911</c:v>
                </c:pt>
                <c:pt idx="1781">
                  <c:v>132.16378676489569</c:v>
                </c:pt>
                <c:pt idx="1782">
                  <c:v>132.213937238911</c:v>
                </c:pt>
                <c:pt idx="1783">
                  <c:v>132.26406571597121</c:v>
                </c:pt>
                <c:pt idx="1784">
                  <c:v>132.31418891627959</c:v>
                </c:pt>
                <c:pt idx="1785">
                  <c:v>132.36428834695641</c:v>
                </c:pt>
                <c:pt idx="1786">
                  <c:v>132.41438056182841</c:v>
                </c:pt>
                <c:pt idx="1787">
                  <c:v>132.4644716056421</c:v>
                </c:pt>
                <c:pt idx="1788">
                  <c:v>132.51455803097309</c:v>
                </c:pt>
                <c:pt idx="1789">
                  <c:v>132.56463989275599</c:v>
                </c:pt>
                <c:pt idx="1790">
                  <c:v>132.6147183887021</c:v>
                </c:pt>
                <c:pt idx="1791">
                  <c:v>132.66474674466269</c:v>
                </c:pt>
                <c:pt idx="1792">
                  <c:v>132.7147510124212</c:v>
                </c:pt>
                <c:pt idx="1793">
                  <c:v>132.76474482594529</c:v>
                </c:pt>
                <c:pt idx="1794">
                  <c:v>132.81472811090171</c:v>
                </c:pt>
                <c:pt idx="1795">
                  <c:v>132.8647034658353</c:v>
                </c:pt>
                <c:pt idx="1796">
                  <c:v>132.9146785941472</c:v>
                </c:pt>
                <c:pt idx="1797">
                  <c:v>132.9646462912475</c:v>
                </c:pt>
                <c:pt idx="1798">
                  <c:v>133.0145939820018</c:v>
                </c:pt>
                <c:pt idx="1799">
                  <c:v>133.06445775149851</c:v>
                </c:pt>
                <c:pt idx="1800">
                  <c:v>133.1143200299118</c:v>
                </c:pt>
                <c:pt idx="1801">
                  <c:v>133.16416861916571</c:v>
                </c:pt>
                <c:pt idx="1802">
                  <c:v>133.21400262654919</c:v>
                </c:pt>
                <c:pt idx="1803">
                  <c:v>133.26381936043339</c:v>
                </c:pt>
                <c:pt idx="1804">
                  <c:v>133.31361918219019</c:v>
                </c:pt>
                <c:pt idx="1805">
                  <c:v>133.36340595501969</c:v>
                </c:pt>
                <c:pt idx="1806">
                  <c:v>133.4131863677899</c:v>
                </c:pt>
                <c:pt idx="1807">
                  <c:v>133.4629236962783</c:v>
                </c:pt>
                <c:pt idx="1808">
                  <c:v>133.51265557884059</c:v>
                </c:pt>
                <c:pt idx="1809">
                  <c:v>133.5623773975137</c:v>
                </c:pt>
                <c:pt idx="1810">
                  <c:v>133.61209354853861</c:v>
                </c:pt>
                <c:pt idx="1811">
                  <c:v>133.661805193161</c:v>
                </c:pt>
                <c:pt idx="1812">
                  <c:v>133.71150137116359</c:v>
                </c:pt>
                <c:pt idx="1813">
                  <c:v>133.76115169922821</c:v>
                </c:pt>
                <c:pt idx="1814">
                  <c:v>133.8106945136052</c:v>
                </c:pt>
                <c:pt idx="1815">
                  <c:v>133.86023650234949</c:v>
                </c:pt>
                <c:pt idx="1816">
                  <c:v>133.90975698576241</c:v>
                </c:pt>
                <c:pt idx="1817">
                  <c:v>133.95919330043</c:v>
                </c:pt>
                <c:pt idx="1818">
                  <c:v>134.0085874878269</c:v>
                </c:pt>
                <c:pt idx="1819">
                  <c:v>134.05794442429379</c:v>
                </c:pt>
                <c:pt idx="1820">
                  <c:v>134.10729760818791</c:v>
                </c:pt>
                <c:pt idx="1821">
                  <c:v>134.15664764145541</c:v>
                </c:pt>
                <c:pt idx="1822">
                  <c:v>134.2059933075069</c:v>
                </c:pt>
                <c:pt idx="1823">
                  <c:v>134.2553367758467</c:v>
                </c:pt>
                <c:pt idx="1824">
                  <c:v>134.30467640857441</c:v>
                </c:pt>
                <c:pt idx="1825">
                  <c:v>134.35401048530301</c:v>
                </c:pt>
                <c:pt idx="1826">
                  <c:v>134.40333591506501</c:v>
                </c:pt>
                <c:pt idx="1827">
                  <c:v>134.4526472154657</c:v>
                </c:pt>
                <c:pt idx="1828">
                  <c:v>134.50195582882509</c:v>
                </c:pt>
                <c:pt idx="1829">
                  <c:v>134.55126201607621</c:v>
                </c:pt>
                <c:pt idx="1830">
                  <c:v>134.60056580806389</c:v>
                </c:pt>
                <c:pt idx="1831">
                  <c:v>134.64986327344189</c:v>
                </c:pt>
                <c:pt idx="1832">
                  <c:v>134.69912222978911</c:v>
                </c:pt>
                <c:pt idx="1833">
                  <c:v>134.7483746369295</c:v>
                </c:pt>
                <c:pt idx="1834">
                  <c:v>134.79760394366389</c:v>
                </c:pt>
                <c:pt idx="1835">
                  <c:v>134.8468260806207</c:v>
                </c:pt>
                <c:pt idx="1836">
                  <c:v>134.89604725728421</c:v>
                </c:pt>
                <c:pt idx="1837">
                  <c:v>134.94525801002649</c:v>
                </c:pt>
                <c:pt idx="1838">
                  <c:v>134.99445603453179</c:v>
                </c:pt>
                <c:pt idx="1839">
                  <c:v>135.04364791855019</c:v>
                </c:pt>
                <c:pt idx="1840">
                  <c:v>135.09280199548689</c:v>
                </c:pt>
                <c:pt idx="1841">
                  <c:v>135.14188650183181</c:v>
                </c:pt>
                <c:pt idx="1842">
                  <c:v>135.19096773830319</c:v>
                </c:pt>
                <c:pt idx="1843">
                  <c:v>135.2400117894432</c:v>
                </c:pt>
                <c:pt idx="1844">
                  <c:v>135.28901872885939</c:v>
                </c:pt>
                <c:pt idx="1845">
                  <c:v>135.33802249920899</c:v>
                </c:pt>
                <c:pt idx="1846">
                  <c:v>135.3870190522432</c:v>
                </c:pt>
                <c:pt idx="1847">
                  <c:v>135.43600377073389</c:v>
                </c:pt>
                <c:pt idx="1848">
                  <c:v>135.48498359212189</c:v>
                </c:pt>
                <c:pt idx="1849">
                  <c:v>135.53392400103991</c:v>
                </c:pt>
                <c:pt idx="1850">
                  <c:v>135.58285923154429</c:v>
                </c:pt>
                <c:pt idx="1851">
                  <c:v>135.63178965693629</c:v>
                </c:pt>
                <c:pt idx="1852">
                  <c:v>135.68069715116059</c:v>
                </c:pt>
                <c:pt idx="1853">
                  <c:v>135.7295940620989</c:v>
                </c:pt>
                <c:pt idx="1854">
                  <c:v>135.77848461810859</c:v>
                </c:pt>
                <c:pt idx="1855">
                  <c:v>135.8273599680571</c:v>
                </c:pt>
                <c:pt idx="1856">
                  <c:v>135.87620997837789</c:v>
                </c:pt>
                <c:pt idx="1857">
                  <c:v>135.9250569828225</c:v>
                </c:pt>
                <c:pt idx="1858">
                  <c:v>135.97390148446311</c:v>
                </c:pt>
                <c:pt idx="1859">
                  <c:v>136.02272118963461</c:v>
                </c:pt>
                <c:pt idx="1860">
                  <c:v>136.07153254863931</c:v>
                </c:pt>
                <c:pt idx="1861">
                  <c:v>136.120328704835</c:v>
                </c:pt>
                <c:pt idx="1862">
                  <c:v>136.16911564739439</c:v>
                </c:pt>
                <c:pt idx="1863">
                  <c:v>136.21786735480819</c:v>
                </c:pt>
                <c:pt idx="1864">
                  <c:v>136.26661201974531</c:v>
                </c:pt>
                <c:pt idx="1865">
                  <c:v>136.31535226853941</c:v>
                </c:pt>
                <c:pt idx="1866">
                  <c:v>136.36408539146311</c:v>
                </c:pt>
                <c:pt idx="1867">
                  <c:v>136.41279443200759</c:v>
                </c:pt>
                <c:pt idx="1868">
                  <c:v>136.46149515057829</c:v>
                </c:pt>
                <c:pt idx="1869">
                  <c:v>136.51019234405541</c:v>
                </c:pt>
                <c:pt idx="1870">
                  <c:v>136.5588749667663</c:v>
                </c:pt>
                <c:pt idx="1871">
                  <c:v>136.6075462382363</c:v>
                </c:pt>
                <c:pt idx="1872">
                  <c:v>136.656179309263</c:v>
                </c:pt>
                <c:pt idx="1873">
                  <c:v>136.70479129865689</c:v>
                </c:pt>
                <c:pt idx="1874">
                  <c:v>136.75339744242859</c:v>
                </c:pt>
                <c:pt idx="1875">
                  <c:v>136.80199904370591</c:v>
                </c:pt>
                <c:pt idx="1876">
                  <c:v>136.8505988647741</c:v>
                </c:pt>
                <c:pt idx="1877">
                  <c:v>136.8991795671883</c:v>
                </c:pt>
                <c:pt idx="1878">
                  <c:v>136.94774735946461</c:v>
                </c:pt>
                <c:pt idx="1879">
                  <c:v>136.996314618848</c:v>
                </c:pt>
                <c:pt idx="1880">
                  <c:v>137.04487564237749</c:v>
                </c:pt>
                <c:pt idx="1881">
                  <c:v>137.09343607018531</c:v>
                </c:pt>
                <c:pt idx="1882">
                  <c:v>137.1419916185047</c:v>
                </c:pt>
                <c:pt idx="1883">
                  <c:v>137.1905434820448</c:v>
                </c:pt>
                <c:pt idx="1884">
                  <c:v>137.2390932194167</c:v>
                </c:pt>
                <c:pt idx="1885">
                  <c:v>137.2876272016513</c:v>
                </c:pt>
                <c:pt idx="1886">
                  <c:v>137.33613865758051</c:v>
                </c:pt>
                <c:pt idx="1887">
                  <c:v>137.3846137149533</c:v>
                </c:pt>
                <c:pt idx="1888">
                  <c:v>137.43307975037229</c:v>
                </c:pt>
                <c:pt idx="1889">
                  <c:v>137.48152900212401</c:v>
                </c:pt>
                <c:pt idx="1890">
                  <c:v>137.5299638479654</c:v>
                </c:pt>
                <c:pt idx="1891">
                  <c:v>137.5783944227253</c:v>
                </c:pt>
                <c:pt idx="1892">
                  <c:v>137.6268226993144</c:v>
                </c:pt>
                <c:pt idx="1893">
                  <c:v>137.6752432764587</c:v>
                </c:pt>
                <c:pt idx="1894">
                  <c:v>137.7236076398122</c:v>
                </c:pt>
                <c:pt idx="1895">
                  <c:v>137.77191522148229</c:v>
                </c:pt>
                <c:pt idx="1896">
                  <c:v>137.8202099985634</c:v>
                </c:pt>
                <c:pt idx="1897">
                  <c:v>137.86848907159191</c:v>
                </c:pt>
                <c:pt idx="1898">
                  <c:v>137.91673001024199</c:v>
                </c:pt>
                <c:pt idx="1899">
                  <c:v>137.9649544246607</c:v>
                </c:pt>
                <c:pt idx="1900">
                  <c:v>138.01314530504291</c:v>
                </c:pt>
                <c:pt idx="1901">
                  <c:v>138.0613191057277</c:v>
                </c:pt>
                <c:pt idx="1902">
                  <c:v>138.10949006305651</c:v>
                </c:pt>
                <c:pt idx="1903">
                  <c:v>138.1576597992651</c:v>
                </c:pt>
                <c:pt idx="1904">
                  <c:v>138.20582689299951</c:v>
                </c:pt>
                <c:pt idx="1905">
                  <c:v>138.25398963696401</c:v>
                </c:pt>
                <c:pt idx="1906">
                  <c:v>138.30214511446059</c:v>
                </c:pt>
                <c:pt idx="1907">
                  <c:v>138.35029941844439</c:v>
                </c:pt>
                <c:pt idx="1908">
                  <c:v>138.39844334976169</c:v>
                </c:pt>
                <c:pt idx="1909">
                  <c:v>138.44656702594619</c:v>
                </c:pt>
                <c:pt idx="1910">
                  <c:v>138.49466293812651</c:v>
                </c:pt>
                <c:pt idx="1911">
                  <c:v>138.54275567936861</c:v>
                </c:pt>
                <c:pt idx="1912">
                  <c:v>138.5908451261669</c:v>
                </c:pt>
                <c:pt idx="1913">
                  <c:v>138.63893422206729</c:v>
                </c:pt>
                <c:pt idx="1914">
                  <c:v>138.68702078972871</c:v>
                </c:pt>
                <c:pt idx="1915">
                  <c:v>138.73510245031261</c:v>
                </c:pt>
                <c:pt idx="1916">
                  <c:v>138.7831663801079</c:v>
                </c:pt>
                <c:pt idx="1917">
                  <c:v>138.83122822056919</c:v>
                </c:pt>
                <c:pt idx="1918">
                  <c:v>138.87928674299749</c:v>
                </c:pt>
                <c:pt idx="1919">
                  <c:v>138.92734179086739</c:v>
                </c:pt>
                <c:pt idx="1920">
                  <c:v>138.97538602123231</c:v>
                </c:pt>
                <c:pt idx="1921">
                  <c:v>139.02340218192691</c:v>
                </c:pt>
                <c:pt idx="1922">
                  <c:v>139.07136463942649</c:v>
                </c:pt>
                <c:pt idx="1923">
                  <c:v>139.11930511686271</c:v>
                </c:pt>
                <c:pt idx="1924">
                  <c:v>139.16722054812141</c:v>
                </c:pt>
                <c:pt idx="1925">
                  <c:v>139.2151340117984</c:v>
                </c:pt>
                <c:pt idx="1926">
                  <c:v>139.26304710094519</c:v>
                </c:pt>
                <c:pt idx="1927">
                  <c:v>139.31094877424499</c:v>
                </c:pt>
                <c:pt idx="1928">
                  <c:v>139.35884121406869</c:v>
                </c:pt>
                <c:pt idx="1929">
                  <c:v>139.4067033890847</c:v>
                </c:pt>
                <c:pt idx="1930">
                  <c:v>139.45454617262251</c:v>
                </c:pt>
                <c:pt idx="1931">
                  <c:v>139.50238652543109</c:v>
                </c:pt>
                <c:pt idx="1932">
                  <c:v>139.5502114390485</c:v>
                </c:pt>
                <c:pt idx="1933">
                  <c:v>139.59801802807931</c:v>
                </c:pt>
                <c:pt idx="1934">
                  <c:v>139.64580241730681</c:v>
                </c:pt>
                <c:pt idx="1935">
                  <c:v>139.69358544367151</c:v>
                </c:pt>
                <c:pt idx="1936">
                  <c:v>139.74135888794211</c:v>
                </c:pt>
                <c:pt idx="1937">
                  <c:v>139.7891236977878</c:v>
                </c:pt>
                <c:pt idx="1938">
                  <c:v>139.83688334021161</c:v>
                </c:pt>
                <c:pt idx="1939">
                  <c:v>139.88463447576211</c:v>
                </c:pt>
                <c:pt idx="1940">
                  <c:v>139.9323635271912</c:v>
                </c:pt>
                <c:pt idx="1941">
                  <c:v>139.98008683400249</c:v>
                </c:pt>
                <c:pt idx="1942">
                  <c:v>140.0278027109369</c:v>
                </c:pt>
                <c:pt idx="1943">
                  <c:v>140.07550986417311</c:v>
                </c:pt>
                <c:pt idx="1944">
                  <c:v>140.1232009785553</c:v>
                </c:pt>
                <c:pt idx="1945">
                  <c:v>140.17089098916159</c:v>
                </c:pt>
                <c:pt idx="1946">
                  <c:v>140.21858008845379</c:v>
                </c:pt>
                <c:pt idx="1947">
                  <c:v>140.2662585845145</c:v>
                </c:pt>
                <c:pt idx="1948">
                  <c:v>140.31393373435981</c:v>
                </c:pt>
                <c:pt idx="1949">
                  <c:v>140.36160455329059</c:v>
                </c:pt>
                <c:pt idx="1950">
                  <c:v>140.40927054987279</c:v>
                </c:pt>
                <c:pt idx="1951">
                  <c:v>140.45692793323261</c:v>
                </c:pt>
                <c:pt idx="1952">
                  <c:v>140.50457252057399</c:v>
                </c:pt>
                <c:pt idx="1953">
                  <c:v>140.55219244295981</c:v>
                </c:pt>
                <c:pt idx="1954">
                  <c:v>140.5998083144452</c:v>
                </c:pt>
                <c:pt idx="1955">
                  <c:v>140.647369374151</c:v>
                </c:pt>
                <c:pt idx="1956">
                  <c:v>140.6949302116407</c:v>
                </c:pt>
                <c:pt idx="1957">
                  <c:v>140.7424879808402</c:v>
                </c:pt>
                <c:pt idx="1958">
                  <c:v>140.7900353261914</c:v>
                </c:pt>
                <c:pt idx="1959">
                  <c:v>140.83757826063089</c:v>
                </c:pt>
                <c:pt idx="1960">
                  <c:v>140.8851123678179</c:v>
                </c:pt>
                <c:pt idx="1961">
                  <c:v>140.9326170748196</c:v>
                </c:pt>
                <c:pt idx="1962">
                  <c:v>140.98011163594779</c:v>
                </c:pt>
                <c:pt idx="1963">
                  <c:v>141.02755231773119</c:v>
                </c:pt>
                <c:pt idx="1964">
                  <c:v>141.0749555556647</c:v>
                </c:pt>
                <c:pt idx="1965">
                  <c:v>141.12235056625721</c:v>
                </c:pt>
                <c:pt idx="1966">
                  <c:v>141.16973042195639</c:v>
                </c:pt>
                <c:pt idx="1967">
                  <c:v>141.21709319045269</c:v>
                </c:pt>
                <c:pt idx="1968">
                  <c:v>141.26441022368769</c:v>
                </c:pt>
                <c:pt idx="1969">
                  <c:v>141.31172276471241</c:v>
                </c:pt>
                <c:pt idx="1970">
                  <c:v>141.35903110615109</c:v>
                </c:pt>
                <c:pt idx="1971">
                  <c:v>141.40633842160861</c:v>
                </c:pt>
                <c:pt idx="1972">
                  <c:v>141.45363231304361</c:v>
                </c:pt>
                <c:pt idx="1973">
                  <c:v>141.5008519834137</c:v>
                </c:pt>
                <c:pt idx="1974">
                  <c:v>141.54805561091621</c:v>
                </c:pt>
                <c:pt idx="1975">
                  <c:v>141.5952547673275</c:v>
                </c:pt>
                <c:pt idx="1976">
                  <c:v>141.64243186794971</c:v>
                </c:pt>
                <c:pt idx="1977">
                  <c:v>141.6895930389542</c:v>
                </c:pt>
                <c:pt idx="1978">
                  <c:v>141.73674526118151</c:v>
                </c:pt>
                <c:pt idx="1979">
                  <c:v>141.78387845775541</c:v>
                </c:pt>
                <c:pt idx="1980">
                  <c:v>141.83099866865169</c:v>
                </c:pt>
                <c:pt idx="1981">
                  <c:v>141.87809395732569</c:v>
                </c:pt>
                <c:pt idx="1982">
                  <c:v>141.92514759264191</c:v>
                </c:pt>
                <c:pt idx="1983">
                  <c:v>141.97218047930701</c:v>
                </c:pt>
                <c:pt idx="1984">
                  <c:v>142.0191879319824</c:v>
                </c:pt>
                <c:pt idx="1985">
                  <c:v>142.06618219918579</c:v>
                </c:pt>
                <c:pt idx="1986">
                  <c:v>142.1131658776454</c:v>
                </c:pt>
                <c:pt idx="1987">
                  <c:v>142.160120022591</c:v>
                </c:pt>
                <c:pt idx="1988">
                  <c:v>142.20706815209149</c:v>
                </c:pt>
                <c:pt idx="1989">
                  <c:v>142.25400820993849</c:v>
                </c:pt>
                <c:pt idx="1990">
                  <c:v>142.3009433701711</c:v>
                </c:pt>
                <c:pt idx="1991">
                  <c:v>142.34781137603051</c:v>
                </c:pt>
                <c:pt idx="1992">
                  <c:v>142.3946690988692</c:v>
                </c:pt>
                <c:pt idx="1993">
                  <c:v>142.44150919172259</c:v>
                </c:pt>
                <c:pt idx="1994">
                  <c:v>142.48833905832859</c:v>
                </c:pt>
                <c:pt idx="1995">
                  <c:v>142.53515068160311</c:v>
                </c:pt>
                <c:pt idx="1996">
                  <c:v>142.5819498620896</c:v>
                </c:pt>
                <c:pt idx="1997">
                  <c:v>142.6287436816622</c:v>
                </c:pt>
                <c:pt idx="1998">
                  <c:v>142.67552020190951</c:v>
                </c:pt>
                <c:pt idx="1999">
                  <c:v>142.7222918278265</c:v>
                </c:pt>
                <c:pt idx="2000">
                  <c:v>142.76905168825161</c:v>
                </c:pt>
                <c:pt idx="2001">
                  <c:v>142.8157724812452</c:v>
                </c:pt>
                <c:pt idx="2002">
                  <c:v>142.86249215618031</c:v>
                </c:pt>
                <c:pt idx="2003">
                  <c:v>142.90920985609429</c:v>
                </c:pt>
                <c:pt idx="2004">
                  <c:v>142.95592289947751</c:v>
                </c:pt>
                <c:pt idx="2005">
                  <c:v>143.00263483331341</c:v>
                </c:pt>
                <c:pt idx="2006">
                  <c:v>143.04930004873219</c:v>
                </c:pt>
                <c:pt idx="2007">
                  <c:v>143.09593643574539</c:v>
                </c:pt>
                <c:pt idx="2008">
                  <c:v>143.14256564499991</c:v>
                </c:pt>
                <c:pt idx="2009">
                  <c:v>143.18917950485471</c:v>
                </c:pt>
                <c:pt idx="2010">
                  <c:v>143.2357316999821</c:v>
                </c:pt>
                <c:pt idx="2011">
                  <c:v>143.28225141048259</c:v>
                </c:pt>
                <c:pt idx="2012">
                  <c:v>143.32876220145519</c:v>
                </c:pt>
                <c:pt idx="2013">
                  <c:v>143.3752657189375</c:v>
                </c:pt>
                <c:pt idx="2014">
                  <c:v>143.4217655838049</c:v>
                </c:pt>
                <c:pt idx="2015">
                  <c:v>143.46826361129331</c:v>
                </c:pt>
                <c:pt idx="2016">
                  <c:v>143.51476131300001</c:v>
                </c:pt>
                <c:pt idx="2017">
                  <c:v>143.56125302855361</c:v>
                </c:pt>
                <c:pt idx="2018">
                  <c:v>143.60773578198149</c:v>
                </c:pt>
                <c:pt idx="2019">
                  <c:v>143.65419751487761</c:v>
                </c:pt>
                <c:pt idx="2020">
                  <c:v>143.70065667666589</c:v>
                </c:pt>
                <c:pt idx="2021">
                  <c:v>143.7471050802537</c:v>
                </c:pt>
                <c:pt idx="2022">
                  <c:v>143.79355145826929</c:v>
                </c:pt>
                <c:pt idx="2023">
                  <c:v>143.8399622305237</c:v>
                </c:pt>
                <c:pt idx="2024">
                  <c:v>143.8863529716362</c:v>
                </c:pt>
                <c:pt idx="2025">
                  <c:v>143.93271295728121</c:v>
                </c:pt>
                <c:pt idx="2026">
                  <c:v>143.97907186882219</c:v>
                </c:pt>
                <c:pt idx="2027">
                  <c:v>144.02541950896409</c:v>
                </c:pt>
                <c:pt idx="2028">
                  <c:v>144.07176191602139</c:v>
                </c:pt>
                <c:pt idx="2029">
                  <c:v>144.11805268724481</c:v>
                </c:pt>
                <c:pt idx="2030">
                  <c:v>144.16433511015219</c:v>
                </c:pt>
                <c:pt idx="2031">
                  <c:v>144.21061055710831</c:v>
                </c:pt>
                <c:pt idx="2032">
                  <c:v>144.2568711850486</c:v>
                </c:pt>
                <c:pt idx="2033">
                  <c:v>144.30311293597799</c:v>
                </c:pt>
                <c:pt idx="2034">
                  <c:v>144.34934174642089</c:v>
                </c:pt>
                <c:pt idx="2035">
                  <c:v>144.39557010486541</c:v>
                </c:pt>
                <c:pt idx="2036">
                  <c:v>144.44179728921151</c:v>
                </c:pt>
                <c:pt idx="2037">
                  <c:v>144.48801939593901</c:v>
                </c:pt>
                <c:pt idx="2038">
                  <c:v>144.53420672647121</c:v>
                </c:pt>
                <c:pt idx="2039">
                  <c:v>144.58038830126941</c:v>
                </c:pt>
                <c:pt idx="2040">
                  <c:v>144.62655151854011</c:v>
                </c:pt>
                <c:pt idx="2041">
                  <c:v>144.672685752387</c:v>
                </c:pt>
                <c:pt idx="2042">
                  <c:v>144.71881508867341</c:v>
                </c:pt>
                <c:pt idx="2043">
                  <c:v>144.76494246572321</c:v>
                </c:pt>
                <c:pt idx="2044">
                  <c:v>144.8110137208443</c:v>
                </c:pt>
                <c:pt idx="2045">
                  <c:v>144.85706771423941</c:v>
                </c:pt>
                <c:pt idx="2046">
                  <c:v>144.9031160470507</c:v>
                </c:pt>
                <c:pt idx="2047">
                  <c:v>144.94915696713821</c:v>
                </c:pt>
                <c:pt idx="2048">
                  <c:v>144.99518211907579</c:v>
                </c:pt>
                <c:pt idx="2049">
                  <c:v>145.04118546542551</c:v>
                </c:pt>
                <c:pt idx="2050">
                  <c:v>145.0871845164267</c:v>
                </c:pt>
                <c:pt idx="2051">
                  <c:v>145.133122765612</c:v>
                </c:pt>
                <c:pt idx="2052">
                  <c:v>145.17903484623869</c:v>
                </c:pt>
                <c:pt idx="2053">
                  <c:v>145.2249373211356</c:v>
                </c:pt>
                <c:pt idx="2054">
                  <c:v>145.27081857562999</c:v>
                </c:pt>
                <c:pt idx="2055">
                  <c:v>145.31669399733411</c:v>
                </c:pt>
                <c:pt idx="2056">
                  <c:v>145.36256867022149</c:v>
                </c:pt>
                <c:pt idx="2057">
                  <c:v>145.408392580504</c:v>
                </c:pt>
                <c:pt idx="2058">
                  <c:v>145.454193188277</c:v>
                </c:pt>
                <c:pt idx="2059">
                  <c:v>145.49996517922349</c:v>
                </c:pt>
                <c:pt idx="2060">
                  <c:v>145.54573483935081</c:v>
                </c:pt>
                <c:pt idx="2061">
                  <c:v>145.59148865064631</c:v>
                </c:pt>
                <c:pt idx="2062">
                  <c:v>145.63719990217581</c:v>
                </c:pt>
                <c:pt idx="2063">
                  <c:v>145.6828968343905</c:v>
                </c:pt>
                <c:pt idx="2064">
                  <c:v>145.72858686138721</c:v>
                </c:pt>
                <c:pt idx="2065">
                  <c:v>145.77422340966501</c:v>
                </c:pt>
                <c:pt idx="2066">
                  <c:v>145.81985486342481</c:v>
                </c:pt>
                <c:pt idx="2067">
                  <c:v>145.8654746503309</c:v>
                </c:pt>
                <c:pt idx="2068">
                  <c:v>145.91106614161939</c:v>
                </c:pt>
                <c:pt idx="2069">
                  <c:v>145.95665181464449</c:v>
                </c:pt>
                <c:pt idx="2070">
                  <c:v>146.00221940377389</c:v>
                </c:pt>
                <c:pt idx="2071">
                  <c:v>146.04776765457771</c:v>
                </c:pt>
                <c:pt idx="2072">
                  <c:v>146.09326961138231</c:v>
                </c:pt>
                <c:pt idx="2073">
                  <c:v>146.13870671457539</c:v>
                </c:pt>
                <c:pt idx="2074">
                  <c:v>146.1841420949236</c:v>
                </c:pt>
                <c:pt idx="2075">
                  <c:v>146.22957487942199</c:v>
                </c:pt>
                <c:pt idx="2076">
                  <c:v>146.27498802971749</c:v>
                </c:pt>
                <c:pt idx="2077">
                  <c:v>146.32039156148059</c:v>
                </c:pt>
                <c:pt idx="2078">
                  <c:v>146.36579423421631</c:v>
                </c:pt>
                <c:pt idx="2079">
                  <c:v>146.41118196464461</c:v>
                </c:pt>
                <c:pt idx="2080">
                  <c:v>146.45652103134819</c:v>
                </c:pt>
                <c:pt idx="2081">
                  <c:v>146.50181907126651</c:v>
                </c:pt>
                <c:pt idx="2082">
                  <c:v>146.54706905686149</c:v>
                </c:pt>
                <c:pt idx="2083">
                  <c:v>146.59231026494939</c:v>
                </c:pt>
                <c:pt idx="2084">
                  <c:v>146.6375506327704</c:v>
                </c:pt>
                <c:pt idx="2085">
                  <c:v>146.68277472082951</c:v>
                </c:pt>
                <c:pt idx="2086">
                  <c:v>146.7279960306972</c:v>
                </c:pt>
                <c:pt idx="2087">
                  <c:v>146.7732044644313</c:v>
                </c:pt>
                <c:pt idx="2088">
                  <c:v>146.81840776506459</c:v>
                </c:pt>
                <c:pt idx="2089">
                  <c:v>146.86357997605481</c:v>
                </c:pt>
                <c:pt idx="2090">
                  <c:v>146.90874691150461</c:v>
                </c:pt>
                <c:pt idx="2091">
                  <c:v>146.95389556708551</c:v>
                </c:pt>
                <c:pt idx="2092">
                  <c:v>146.99904266711181</c:v>
                </c:pt>
                <c:pt idx="2093">
                  <c:v>147.0441799604919</c:v>
                </c:pt>
                <c:pt idx="2094">
                  <c:v>147.08931324406191</c:v>
                </c:pt>
                <c:pt idx="2095">
                  <c:v>147.13443963456459</c:v>
                </c:pt>
                <c:pt idx="2096">
                  <c:v>147.1795527336599</c:v>
                </c:pt>
                <c:pt idx="2097">
                  <c:v>147.22466342731539</c:v>
                </c:pt>
                <c:pt idx="2098">
                  <c:v>147.2697729859332</c:v>
                </c:pt>
                <c:pt idx="2099">
                  <c:v>147.31484293904629</c:v>
                </c:pt>
                <c:pt idx="2100">
                  <c:v>147.35991231338161</c:v>
                </c:pt>
                <c:pt idx="2101">
                  <c:v>147.4049768184542</c:v>
                </c:pt>
                <c:pt idx="2102">
                  <c:v>147.45002809976381</c:v>
                </c:pt>
                <c:pt idx="2103">
                  <c:v>147.4950739203851</c:v>
                </c:pt>
                <c:pt idx="2104">
                  <c:v>147.5401055369658</c:v>
                </c:pt>
                <c:pt idx="2105">
                  <c:v>147.5851363752478</c:v>
                </c:pt>
                <c:pt idx="2106">
                  <c:v>147.63015759158341</c:v>
                </c:pt>
                <c:pt idx="2107">
                  <c:v>147.67517876779539</c:v>
                </c:pt>
                <c:pt idx="2108">
                  <c:v>147.72019661894271</c:v>
                </c:pt>
                <c:pt idx="2109">
                  <c:v>147.76520729034871</c:v>
                </c:pt>
                <c:pt idx="2110">
                  <c:v>147.81021676355951</c:v>
                </c:pt>
                <c:pt idx="2111">
                  <c:v>147.85521013406731</c:v>
                </c:pt>
                <c:pt idx="2112">
                  <c:v>147.90020176887259</c:v>
                </c:pt>
                <c:pt idx="2113">
                  <c:v>147.94518494493451</c:v>
                </c:pt>
                <c:pt idx="2114">
                  <c:v>147.9901624458837</c:v>
                </c:pt>
                <c:pt idx="2115">
                  <c:v>148.0351105634052</c:v>
                </c:pt>
                <c:pt idx="2116">
                  <c:v>148.0800348964338</c:v>
                </c:pt>
                <c:pt idx="2117">
                  <c:v>148.1249468784282</c:v>
                </c:pt>
                <c:pt idx="2118">
                  <c:v>148.1698330753004</c:v>
                </c:pt>
                <c:pt idx="2119">
                  <c:v>148.21471507412659</c:v>
                </c:pt>
                <c:pt idx="2120">
                  <c:v>148.25959286662189</c:v>
                </c:pt>
                <c:pt idx="2121">
                  <c:v>148.3044562637898</c:v>
                </c:pt>
                <c:pt idx="2122">
                  <c:v>148.34930533579939</c:v>
                </c:pt>
                <c:pt idx="2123">
                  <c:v>148.3941543982464</c:v>
                </c:pt>
                <c:pt idx="2124">
                  <c:v>148.43898722948629</c:v>
                </c:pt>
                <c:pt idx="2125">
                  <c:v>148.48381316055909</c:v>
                </c:pt>
                <c:pt idx="2126">
                  <c:v>148.52861579142731</c:v>
                </c:pt>
                <c:pt idx="2127">
                  <c:v>148.57341835469231</c:v>
                </c:pt>
                <c:pt idx="2128">
                  <c:v>148.61821840567859</c:v>
                </c:pt>
                <c:pt idx="2129">
                  <c:v>148.66298452885241</c:v>
                </c:pt>
                <c:pt idx="2130">
                  <c:v>148.70773191636891</c:v>
                </c:pt>
                <c:pt idx="2131">
                  <c:v>148.75247670190791</c:v>
                </c:pt>
                <c:pt idx="2132">
                  <c:v>148.7972024261251</c:v>
                </c:pt>
                <c:pt idx="2133">
                  <c:v>148.84192301605151</c:v>
                </c:pt>
                <c:pt idx="2134">
                  <c:v>148.88662916033169</c:v>
                </c:pt>
                <c:pt idx="2135">
                  <c:v>148.93129947591581</c:v>
                </c:pt>
                <c:pt idx="2136">
                  <c:v>148.975960776421</c:v>
                </c:pt>
                <c:pt idx="2137">
                  <c:v>149.02061610784011</c:v>
                </c:pt>
                <c:pt idx="2138">
                  <c:v>149.06527114070019</c:v>
                </c:pt>
                <c:pt idx="2139">
                  <c:v>149.10990890051559</c:v>
                </c:pt>
                <c:pt idx="2140">
                  <c:v>149.15454450157239</c:v>
                </c:pt>
                <c:pt idx="2141">
                  <c:v>149.19914939263151</c:v>
                </c:pt>
                <c:pt idx="2142">
                  <c:v>149.24375177346269</c:v>
                </c:pt>
                <c:pt idx="2143">
                  <c:v>149.2883237193677</c:v>
                </c:pt>
                <c:pt idx="2144">
                  <c:v>149.3328919298464</c:v>
                </c:pt>
                <c:pt idx="2145">
                  <c:v>149.37745047439</c:v>
                </c:pt>
                <c:pt idx="2146">
                  <c:v>149.4220052048274</c:v>
                </c:pt>
                <c:pt idx="2147">
                  <c:v>149.46654808409059</c:v>
                </c:pt>
                <c:pt idx="2148">
                  <c:v>149.51108748711451</c:v>
                </c:pt>
                <c:pt idx="2149">
                  <c:v>149.55561464685391</c:v>
                </c:pt>
                <c:pt idx="2150">
                  <c:v>149.6001220566323</c:v>
                </c:pt>
                <c:pt idx="2151">
                  <c:v>149.64461937609121</c:v>
                </c:pt>
                <c:pt idx="2152">
                  <c:v>149.68910789938371</c:v>
                </c:pt>
                <c:pt idx="2153">
                  <c:v>149.7335945905298</c:v>
                </c:pt>
                <c:pt idx="2154">
                  <c:v>149.77807918552449</c:v>
                </c:pt>
                <c:pt idx="2155">
                  <c:v>149.822555347594</c:v>
                </c:pt>
                <c:pt idx="2156">
                  <c:v>149.8669940639918</c:v>
                </c:pt>
                <c:pt idx="2157">
                  <c:v>149.9114249846094</c:v>
                </c:pt>
                <c:pt idx="2158">
                  <c:v>149.95584600346561</c:v>
                </c:pt>
                <c:pt idx="2159">
                  <c:v>150.00026452191071</c:v>
                </c:pt>
                <c:pt idx="2160">
                  <c:v>150.0446767342863</c:v>
                </c:pt>
                <c:pt idx="2161">
                  <c:v>150.0890873209259</c:v>
                </c:pt>
                <c:pt idx="2162">
                  <c:v>150.13349512251091</c:v>
                </c:pt>
                <c:pt idx="2163">
                  <c:v>150.17789063974121</c:v>
                </c:pt>
                <c:pt idx="2164">
                  <c:v>150.22228514402451</c:v>
                </c:pt>
                <c:pt idx="2165">
                  <c:v>150.26663528363721</c:v>
                </c:pt>
                <c:pt idx="2166">
                  <c:v>150.31097677200751</c:v>
                </c:pt>
                <c:pt idx="2167">
                  <c:v>150.3552891838228</c:v>
                </c:pt>
                <c:pt idx="2168">
                  <c:v>150.3995765464052</c:v>
                </c:pt>
                <c:pt idx="2169">
                  <c:v>150.44384464830739</c:v>
                </c:pt>
                <c:pt idx="2170">
                  <c:v>150.48811245791379</c:v>
                </c:pt>
                <c:pt idx="2171">
                  <c:v>150.53237928168571</c:v>
                </c:pt>
                <c:pt idx="2172">
                  <c:v>150.57663256761211</c:v>
                </c:pt>
                <c:pt idx="2173">
                  <c:v>150.62085207186149</c:v>
                </c:pt>
                <c:pt idx="2174">
                  <c:v>150.6650632706079</c:v>
                </c:pt>
                <c:pt idx="2175">
                  <c:v>150.7092631308569</c:v>
                </c:pt>
                <c:pt idx="2176">
                  <c:v>150.7534295240028</c:v>
                </c:pt>
                <c:pt idx="2177">
                  <c:v>150.79758460999929</c:v>
                </c:pt>
                <c:pt idx="2178">
                  <c:v>150.84171836247819</c:v>
                </c:pt>
                <c:pt idx="2179">
                  <c:v>150.8858454959354</c:v>
                </c:pt>
                <c:pt idx="2180">
                  <c:v>150.92996459642589</c:v>
                </c:pt>
                <c:pt idx="2181">
                  <c:v>150.97407933180341</c:v>
                </c:pt>
                <c:pt idx="2182">
                  <c:v>151.01818416845509</c:v>
                </c:pt>
                <c:pt idx="2183">
                  <c:v>151.0622584608526</c:v>
                </c:pt>
                <c:pt idx="2184">
                  <c:v>151.10632163871921</c:v>
                </c:pt>
                <c:pt idx="2185">
                  <c:v>151.1503761608964</c:v>
                </c:pt>
                <c:pt idx="2186">
                  <c:v>151.1944266434565</c:v>
                </c:pt>
                <c:pt idx="2187">
                  <c:v>151.23845032122881</c:v>
                </c:pt>
                <c:pt idx="2188">
                  <c:v>151.282459268357</c:v>
                </c:pt>
                <c:pt idx="2189">
                  <c:v>151.3264614392676</c:v>
                </c:pt>
                <c:pt idx="2190">
                  <c:v>151.37044652296839</c:v>
                </c:pt>
                <c:pt idx="2191">
                  <c:v>151.41442155758131</c:v>
                </c:pt>
                <c:pt idx="2192">
                  <c:v>151.45838881033421</c:v>
                </c:pt>
                <c:pt idx="2193">
                  <c:v>151.5023554534018</c:v>
                </c:pt>
                <c:pt idx="2194">
                  <c:v>151.5463206764264</c:v>
                </c:pt>
                <c:pt idx="2195">
                  <c:v>151.59027096758919</c:v>
                </c:pt>
                <c:pt idx="2196">
                  <c:v>151.63421451772251</c:v>
                </c:pt>
                <c:pt idx="2197">
                  <c:v>151.67815222678669</c:v>
                </c:pt>
                <c:pt idx="2198">
                  <c:v>151.7220849227931</c:v>
                </c:pt>
                <c:pt idx="2199">
                  <c:v>151.7659992482244</c:v>
                </c:pt>
                <c:pt idx="2200">
                  <c:v>151.8099101792223</c:v>
                </c:pt>
                <c:pt idx="2201">
                  <c:v>151.85379137886409</c:v>
                </c:pt>
                <c:pt idx="2202">
                  <c:v>151.89766341614131</c:v>
                </c:pt>
                <c:pt idx="2203">
                  <c:v>151.94153054000881</c:v>
                </c:pt>
                <c:pt idx="2204">
                  <c:v>151.98538995099329</c:v>
                </c:pt>
                <c:pt idx="2205">
                  <c:v>152.0292348878252</c:v>
                </c:pt>
                <c:pt idx="2206">
                  <c:v>152.07307341913599</c:v>
                </c:pt>
                <c:pt idx="2207">
                  <c:v>152.11690869792059</c:v>
                </c:pt>
                <c:pt idx="2208">
                  <c:v>152.16073792691799</c:v>
                </c:pt>
                <c:pt idx="2209">
                  <c:v>152.20454930367379</c:v>
                </c:pt>
                <c:pt idx="2210">
                  <c:v>152.2483481109727</c:v>
                </c:pt>
                <c:pt idx="2211">
                  <c:v>152.29214205184871</c:v>
                </c:pt>
                <c:pt idx="2212">
                  <c:v>152.33592038658139</c:v>
                </c:pt>
                <c:pt idx="2213">
                  <c:v>152.37969338837419</c:v>
                </c:pt>
                <c:pt idx="2214">
                  <c:v>152.4234572876943</c:v>
                </c:pt>
                <c:pt idx="2215">
                  <c:v>152.4671546796711</c:v>
                </c:pt>
                <c:pt idx="2216">
                  <c:v>152.51084220205709</c:v>
                </c:pt>
                <c:pt idx="2217">
                  <c:v>152.55452970128201</c:v>
                </c:pt>
                <c:pt idx="2218">
                  <c:v>152.59820751922609</c:v>
                </c:pt>
                <c:pt idx="2219">
                  <c:v>152.64188088571709</c:v>
                </c:pt>
                <c:pt idx="2220">
                  <c:v>152.68555044778151</c:v>
                </c:pt>
                <c:pt idx="2221">
                  <c:v>152.72921254891509</c:v>
                </c:pt>
                <c:pt idx="2222">
                  <c:v>152.7728671607679</c:v>
                </c:pt>
                <c:pt idx="2223">
                  <c:v>152.81651825644789</c:v>
                </c:pt>
                <c:pt idx="2224">
                  <c:v>152.86012777103039</c:v>
                </c:pt>
                <c:pt idx="2225">
                  <c:v>152.90368321921139</c:v>
                </c:pt>
                <c:pt idx="2226">
                  <c:v>152.94721965798939</c:v>
                </c:pt>
                <c:pt idx="2227">
                  <c:v>152.99073380048461</c:v>
                </c:pt>
                <c:pt idx="2228">
                  <c:v>153.03422912482509</c:v>
                </c:pt>
                <c:pt idx="2229">
                  <c:v>153.07770224468669</c:v>
                </c:pt>
                <c:pt idx="2230">
                  <c:v>153.12117373103081</c:v>
                </c:pt>
                <c:pt idx="2231">
                  <c:v>153.1646240777346</c:v>
                </c:pt>
                <c:pt idx="2232">
                  <c:v>153.20806840368479</c:v>
                </c:pt>
                <c:pt idx="2233">
                  <c:v>153.25150245423501</c:v>
                </c:pt>
                <c:pt idx="2234">
                  <c:v>153.29493388988561</c:v>
                </c:pt>
                <c:pt idx="2235">
                  <c:v>153.33836443347371</c:v>
                </c:pt>
                <c:pt idx="2236">
                  <c:v>153.3817897120102</c:v>
                </c:pt>
                <c:pt idx="2237">
                  <c:v>153.42521412696621</c:v>
                </c:pt>
                <c:pt idx="2238">
                  <c:v>153.46862952334419</c:v>
                </c:pt>
                <c:pt idx="2239">
                  <c:v>153.51203873339259</c:v>
                </c:pt>
                <c:pt idx="2240">
                  <c:v>153.55542637855211</c:v>
                </c:pt>
                <c:pt idx="2241">
                  <c:v>153.59879902943541</c:v>
                </c:pt>
                <c:pt idx="2242">
                  <c:v>153.64215408535389</c:v>
                </c:pt>
                <c:pt idx="2243">
                  <c:v>153.68549407057691</c:v>
                </c:pt>
                <c:pt idx="2244">
                  <c:v>153.72883187328759</c:v>
                </c:pt>
                <c:pt idx="2245">
                  <c:v>153.77216698143519</c:v>
                </c:pt>
                <c:pt idx="2246">
                  <c:v>153.81549288990439</c:v>
                </c:pt>
                <c:pt idx="2247">
                  <c:v>153.8588159373831</c:v>
                </c:pt>
                <c:pt idx="2248">
                  <c:v>153.9021302054712</c:v>
                </c:pt>
                <c:pt idx="2249">
                  <c:v>153.94544228751889</c:v>
                </c:pt>
                <c:pt idx="2250">
                  <c:v>153.98872020241919</c:v>
                </c:pt>
                <c:pt idx="2251">
                  <c:v>154.03199235737509</c:v>
                </c:pt>
                <c:pt idx="2252">
                  <c:v>154.07521981131239</c:v>
                </c:pt>
                <c:pt idx="2253">
                  <c:v>154.11841676988669</c:v>
                </c:pt>
                <c:pt idx="2254">
                  <c:v>154.16157980163641</c:v>
                </c:pt>
                <c:pt idx="2255">
                  <c:v>154.20472373374619</c:v>
                </c:pt>
                <c:pt idx="2256">
                  <c:v>154.2478570528996</c:v>
                </c:pt>
                <c:pt idx="2257">
                  <c:v>154.29098920610861</c:v>
                </c:pt>
                <c:pt idx="2258">
                  <c:v>154.33407262935509</c:v>
                </c:pt>
                <c:pt idx="2259">
                  <c:v>154.37714415267129</c:v>
                </c:pt>
                <c:pt idx="2260">
                  <c:v>154.42021441979941</c:v>
                </c:pt>
                <c:pt idx="2261">
                  <c:v>154.46328373125351</c:v>
                </c:pt>
                <c:pt idx="2262">
                  <c:v>154.5063362547717</c:v>
                </c:pt>
                <c:pt idx="2263">
                  <c:v>154.54937407651781</c:v>
                </c:pt>
                <c:pt idx="2264">
                  <c:v>154.59240733555441</c:v>
                </c:pt>
                <c:pt idx="2265">
                  <c:v>154.635407253343</c:v>
                </c:pt>
                <c:pt idx="2266">
                  <c:v>154.67837092411199</c:v>
                </c:pt>
                <c:pt idx="2267">
                  <c:v>154.72131059482379</c:v>
                </c:pt>
                <c:pt idx="2268">
                  <c:v>154.76424737560481</c:v>
                </c:pt>
                <c:pt idx="2269">
                  <c:v>154.80715003367169</c:v>
                </c:pt>
                <c:pt idx="2270">
                  <c:v>154.85004150462169</c:v>
                </c:pt>
                <c:pt idx="2271">
                  <c:v>154.89292808115519</c:v>
                </c:pt>
                <c:pt idx="2272">
                  <c:v>154.935808399721</c:v>
                </c:pt>
                <c:pt idx="2273">
                  <c:v>154.97868464077939</c:v>
                </c:pt>
                <c:pt idx="2274">
                  <c:v>155.02155993814179</c:v>
                </c:pt>
                <c:pt idx="2275">
                  <c:v>155.06436287126891</c:v>
                </c:pt>
                <c:pt idx="2276">
                  <c:v>155.1071476806176</c:v>
                </c:pt>
                <c:pt idx="2277">
                  <c:v>155.14992383911971</c:v>
                </c:pt>
                <c:pt idx="2278">
                  <c:v>155.19269562426311</c:v>
                </c:pt>
                <c:pt idx="2279">
                  <c:v>155.23546181431419</c:v>
                </c:pt>
                <c:pt idx="2280">
                  <c:v>155.27819860363081</c:v>
                </c:pt>
                <c:pt idx="2281">
                  <c:v>155.32092139111501</c:v>
                </c:pt>
                <c:pt idx="2282">
                  <c:v>155.3636308290717</c:v>
                </c:pt>
                <c:pt idx="2283">
                  <c:v>155.4063060616472</c:v>
                </c:pt>
                <c:pt idx="2284">
                  <c:v>155.44897472212</c:v>
                </c:pt>
                <c:pt idx="2285">
                  <c:v>155.4916350155741</c:v>
                </c:pt>
                <c:pt idx="2286">
                  <c:v>155.5342675482689</c:v>
                </c:pt>
                <c:pt idx="2287">
                  <c:v>155.57689977957821</c:v>
                </c:pt>
                <c:pt idx="2288">
                  <c:v>155.6195018330601</c:v>
                </c:pt>
                <c:pt idx="2289">
                  <c:v>155.6621010478606</c:v>
                </c:pt>
                <c:pt idx="2290">
                  <c:v>155.7046939292172</c:v>
                </c:pt>
                <c:pt idx="2291">
                  <c:v>155.74727845976551</c:v>
                </c:pt>
                <c:pt idx="2292">
                  <c:v>155.789858402958</c:v>
                </c:pt>
                <c:pt idx="2293">
                  <c:v>155.83243135766361</c:v>
                </c:pt>
                <c:pt idx="2294">
                  <c:v>155.87497839456071</c:v>
                </c:pt>
                <c:pt idx="2295">
                  <c:v>155.91751796425839</c:v>
                </c:pt>
                <c:pt idx="2296">
                  <c:v>155.96004931407359</c:v>
                </c:pt>
                <c:pt idx="2297">
                  <c:v>156.00257149890811</c:v>
                </c:pt>
                <c:pt idx="2298">
                  <c:v>156.04508904119109</c:v>
                </c:pt>
                <c:pt idx="2299">
                  <c:v>156.08758676421161</c:v>
                </c:pt>
                <c:pt idx="2300">
                  <c:v>156.13006730272031</c:v>
                </c:pt>
                <c:pt idx="2301">
                  <c:v>156.17253952397439</c:v>
                </c:pt>
                <c:pt idx="2302">
                  <c:v>156.2150093449298</c:v>
                </c:pt>
                <c:pt idx="2303">
                  <c:v>156.25747506602701</c:v>
                </c:pt>
                <c:pt idx="2304">
                  <c:v>156.29993760120379</c:v>
                </c:pt>
                <c:pt idx="2305">
                  <c:v>156.34239878553751</c:v>
                </c:pt>
                <c:pt idx="2306">
                  <c:v>156.38484801364379</c:v>
                </c:pt>
                <c:pt idx="2307">
                  <c:v>156.42727822307961</c:v>
                </c:pt>
                <c:pt idx="2308">
                  <c:v>156.46967172830989</c:v>
                </c:pt>
                <c:pt idx="2309">
                  <c:v>156.51204423963509</c:v>
                </c:pt>
                <c:pt idx="2310">
                  <c:v>156.55441072209771</c:v>
                </c:pt>
                <c:pt idx="2311">
                  <c:v>156.5967651104327</c:v>
                </c:pt>
                <c:pt idx="2312">
                  <c:v>156.63910480448061</c:v>
                </c:pt>
                <c:pt idx="2313">
                  <c:v>156.6814295601327</c:v>
                </c:pt>
                <c:pt idx="2314">
                  <c:v>156.72374192917249</c:v>
                </c:pt>
                <c:pt idx="2315">
                  <c:v>156.76604482242621</c:v>
                </c:pt>
                <c:pt idx="2316">
                  <c:v>156.80833356141801</c:v>
                </c:pt>
                <c:pt idx="2317">
                  <c:v>156.85059141625501</c:v>
                </c:pt>
                <c:pt idx="2318">
                  <c:v>156.89282400383939</c:v>
                </c:pt>
                <c:pt idx="2319">
                  <c:v>156.93505386783389</c:v>
                </c:pt>
                <c:pt idx="2320">
                  <c:v>156.97728074645221</c:v>
                </c:pt>
                <c:pt idx="2321">
                  <c:v>157.01949750117751</c:v>
                </c:pt>
                <c:pt idx="2322">
                  <c:v>157.0617139618372</c:v>
                </c:pt>
                <c:pt idx="2323">
                  <c:v>157.10387129686771</c:v>
                </c:pt>
                <c:pt idx="2324">
                  <c:v>157.14602632894139</c:v>
                </c:pt>
                <c:pt idx="2325">
                  <c:v>157.1881633062815</c:v>
                </c:pt>
                <c:pt idx="2326">
                  <c:v>157.230299096902</c:v>
                </c:pt>
                <c:pt idx="2327">
                  <c:v>157.27239370287501</c:v>
                </c:pt>
                <c:pt idx="2328">
                  <c:v>157.3144863080517</c:v>
                </c:pt>
                <c:pt idx="2329">
                  <c:v>157.35656829788471</c:v>
                </c:pt>
                <c:pt idx="2330">
                  <c:v>157.3986427333233</c:v>
                </c:pt>
                <c:pt idx="2331">
                  <c:v>157.44069546015601</c:v>
                </c:pt>
                <c:pt idx="2332">
                  <c:v>157.48273046889631</c:v>
                </c:pt>
                <c:pt idx="2333">
                  <c:v>157.52474471517459</c:v>
                </c:pt>
                <c:pt idx="2334">
                  <c:v>157.5667563163415</c:v>
                </c:pt>
                <c:pt idx="2335">
                  <c:v>157.60876381487969</c:v>
                </c:pt>
                <c:pt idx="2336">
                  <c:v>157.65074093779859</c:v>
                </c:pt>
                <c:pt idx="2337">
                  <c:v>157.6927129539022</c:v>
                </c:pt>
                <c:pt idx="2338">
                  <c:v>157.73466377949049</c:v>
                </c:pt>
                <c:pt idx="2339">
                  <c:v>157.7766119971084</c:v>
                </c:pt>
                <c:pt idx="2340">
                  <c:v>157.81855546928591</c:v>
                </c:pt>
                <c:pt idx="2341">
                  <c:v>157.8604863960891</c:v>
                </c:pt>
                <c:pt idx="2342">
                  <c:v>157.90241102020141</c:v>
                </c:pt>
                <c:pt idx="2343">
                  <c:v>157.94433472020501</c:v>
                </c:pt>
                <c:pt idx="2344">
                  <c:v>157.98625704708809</c:v>
                </c:pt>
                <c:pt idx="2345">
                  <c:v>158.02817071419639</c:v>
                </c:pt>
                <c:pt idx="2346">
                  <c:v>158.0700782653349</c:v>
                </c:pt>
                <c:pt idx="2347">
                  <c:v>158.11198128082589</c:v>
                </c:pt>
                <c:pt idx="2348">
                  <c:v>158.15386830139619</c:v>
                </c:pt>
                <c:pt idx="2349">
                  <c:v>158.19572204329481</c:v>
                </c:pt>
                <c:pt idx="2350">
                  <c:v>158.23756723165599</c:v>
                </c:pt>
                <c:pt idx="2351">
                  <c:v>158.2794025944566</c:v>
                </c:pt>
                <c:pt idx="2352">
                  <c:v>158.32123034260891</c:v>
                </c:pt>
                <c:pt idx="2353">
                  <c:v>158.36303731851979</c:v>
                </c:pt>
                <c:pt idx="2354">
                  <c:v>158.40484272072749</c:v>
                </c:pt>
                <c:pt idx="2355">
                  <c:v>158.44663462120971</c:v>
                </c:pt>
                <c:pt idx="2356">
                  <c:v>158.48842015241189</c:v>
                </c:pt>
                <c:pt idx="2357">
                  <c:v>158.5301922113004</c:v>
                </c:pt>
                <c:pt idx="2358">
                  <c:v>158.57196109361709</c:v>
                </c:pt>
                <c:pt idx="2359">
                  <c:v>158.61372670204889</c:v>
                </c:pt>
                <c:pt idx="2360">
                  <c:v>158.65549077621219</c:v>
                </c:pt>
                <c:pt idx="2361">
                  <c:v>158.69721584319311</c:v>
                </c:pt>
                <c:pt idx="2362">
                  <c:v>158.73893188526941</c:v>
                </c:pt>
                <c:pt idx="2363">
                  <c:v>158.78062925534971</c:v>
                </c:pt>
                <c:pt idx="2364">
                  <c:v>158.82230159450799</c:v>
                </c:pt>
                <c:pt idx="2365">
                  <c:v>158.86396773191359</c:v>
                </c:pt>
                <c:pt idx="2366">
                  <c:v>158.90563247864941</c:v>
                </c:pt>
                <c:pt idx="2367">
                  <c:v>158.94729256151689</c:v>
                </c:pt>
                <c:pt idx="2368">
                  <c:v>158.9889285100725</c:v>
                </c:pt>
                <c:pt idx="2369">
                  <c:v>159.03055583897921</c:v>
                </c:pt>
                <c:pt idx="2370">
                  <c:v>159.07214891729311</c:v>
                </c:pt>
                <c:pt idx="2371">
                  <c:v>159.1137390464105</c:v>
                </c:pt>
                <c:pt idx="2372">
                  <c:v>159.1553136619294</c:v>
                </c:pt>
                <c:pt idx="2373">
                  <c:v>159.1968591930293</c:v>
                </c:pt>
                <c:pt idx="2374">
                  <c:v>159.2383449232513</c:v>
                </c:pt>
                <c:pt idx="2375">
                  <c:v>159.279825734285</c:v>
                </c:pt>
                <c:pt idx="2376">
                  <c:v>159.32129317645621</c:v>
                </c:pt>
                <c:pt idx="2377">
                  <c:v>159.3627580491505</c:v>
                </c:pt>
                <c:pt idx="2378">
                  <c:v>159.40420085310731</c:v>
                </c:pt>
                <c:pt idx="2379">
                  <c:v>159.4456382129423</c:v>
                </c:pt>
                <c:pt idx="2380">
                  <c:v>159.48707527836851</c:v>
                </c:pt>
                <c:pt idx="2381">
                  <c:v>159.52850742250621</c:v>
                </c:pt>
                <c:pt idx="2382">
                  <c:v>159.569936984652</c:v>
                </c:pt>
                <c:pt idx="2383">
                  <c:v>159.61134968273839</c:v>
                </c:pt>
                <c:pt idx="2384">
                  <c:v>159.65275648741661</c:v>
                </c:pt>
                <c:pt idx="2385">
                  <c:v>159.6941299006597</c:v>
                </c:pt>
                <c:pt idx="2386">
                  <c:v>159.7354444715298</c:v>
                </c:pt>
                <c:pt idx="2387">
                  <c:v>159.77675553752721</c:v>
                </c:pt>
                <c:pt idx="2388">
                  <c:v>159.81806414088669</c:v>
                </c:pt>
                <c:pt idx="2389">
                  <c:v>159.8593619653299</c:v>
                </c:pt>
                <c:pt idx="2390">
                  <c:v>159.90065400438519</c:v>
                </c:pt>
                <c:pt idx="2391">
                  <c:v>159.94194439217989</c:v>
                </c:pt>
                <c:pt idx="2392">
                  <c:v>159.98322854326531</c:v>
                </c:pt>
                <c:pt idx="2393">
                  <c:v>160.02450441413399</c:v>
                </c:pt>
                <c:pt idx="2394">
                  <c:v>160.06577776414341</c:v>
                </c:pt>
                <c:pt idx="2395">
                  <c:v>160.10704756218411</c:v>
                </c:pt>
                <c:pt idx="2396">
                  <c:v>160.14831624971251</c:v>
                </c:pt>
                <c:pt idx="2397">
                  <c:v>160.18957422767761</c:v>
                </c:pt>
                <c:pt idx="2398">
                  <c:v>160.23081244787031</c:v>
                </c:pt>
                <c:pt idx="2399">
                  <c:v>160.2720498257074</c:v>
                </c:pt>
                <c:pt idx="2400">
                  <c:v>160.31328317734199</c:v>
                </c:pt>
                <c:pt idx="2401">
                  <c:v>160.3545134496687</c:v>
                </c:pt>
                <c:pt idx="2402">
                  <c:v>160.3957261953926</c:v>
                </c:pt>
                <c:pt idx="2403">
                  <c:v>160.43693375170869</c:v>
                </c:pt>
                <c:pt idx="2404">
                  <c:v>160.4781270024767</c:v>
                </c:pt>
                <c:pt idx="2405">
                  <c:v>160.5193003098162</c:v>
                </c:pt>
                <c:pt idx="2406">
                  <c:v>160.56046670966799</c:v>
                </c:pt>
                <c:pt idx="2407">
                  <c:v>160.6016178108103</c:v>
                </c:pt>
                <c:pt idx="2408">
                  <c:v>160.6427535754836</c:v>
                </c:pt>
                <c:pt idx="2409">
                  <c:v>160.68388832919811</c:v>
                </c:pt>
                <c:pt idx="2410">
                  <c:v>160.72501507490139</c:v>
                </c:pt>
                <c:pt idx="2411">
                  <c:v>160.76613549438861</c:v>
                </c:pt>
                <c:pt idx="2412">
                  <c:v>160.8072555246107</c:v>
                </c:pt>
                <c:pt idx="2413">
                  <c:v>160.84836785241029</c:v>
                </c:pt>
                <c:pt idx="2414">
                  <c:v>160.88946403044201</c:v>
                </c:pt>
                <c:pt idx="2415">
                  <c:v>160.93055918805271</c:v>
                </c:pt>
                <c:pt idx="2416">
                  <c:v>160.97164140887139</c:v>
                </c:pt>
                <c:pt idx="2417">
                  <c:v>161.01271781718091</c:v>
                </c:pt>
                <c:pt idx="2418">
                  <c:v>161.05373162839811</c:v>
                </c:pt>
                <c:pt idx="2419">
                  <c:v>161.094736763073</c:v>
                </c:pt>
                <c:pt idx="2420">
                  <c:v>161.1357365059805</c:v>
                </c:pt>
                <c:pt idx="2421">
                  <c:v>161.17673579893551</c:v>
                </c:pt>
                <c:pt idx="2422">
                  <c:v>161.21772751235869</c:v>
                </c:pt>
                <c:pt idx="2423">
                  <c:v>161.25871615936109</c:v>
                </c:pt>
                <c:pt idx="2424">
                  <c:v>161.29970438550021</c:v>
                </c:pt>
                <c:pt idx="2425">
                  <c:v>161.34069151418859</c:v>
                </c:pt>
                <c:pt idx="2426">
                  <c:v>161.38167156969479</c:v>
                </c:pt>
                <c:pt idx="2427">
                  <c:v>161.42264683263599</c:v>
                </c:pt>
                <c:pt idx="2428">
                  <c:v>161.4636144473146</c:v>
                </c:pt>
                <c:pt idx="2429">
                  <c:v>161.5045729035181</c:v>
                </c:pt>
                <c:pt idx="2430">
                  <c:v>161.54552017383341</c:v>
                </c:pt>
                <c:pt idx="2431">
                  <c:v>161.5864341410792</c:v>
                </c:pt>
                <c:pt idx="2432">
                  <c:v>161.62733550489881</c:v>
                </c:pt>
                <c:pt idx="2433">
                  <c:v>161.6682311077989</c:v>
                </c:pt>
                <c:pt idx="2434">
                  <c:v>161.70912545548211</c:v>
                </c:pt>
                <c:pt idx="2435">
                  <c:v>161.75000894024851</c:v>
                </c:pt>
                <c:pt idx="2436">
                  <c:v>161.79087314390139</c:v>
                </c:pt>
                <c:pt idx="2437">
                  <c:v>161.831735924838</c:v>
                </c:pt>
                <c:pt idx="2438">
                  <c:v>161.87258266573451</c:v>
                </c:pt>
                <c:pt idx="2439">
                  <c:v>161.9134220432143</c:v>
                </c:pt>
                <c:pt idx="2440">
                  <c:v>161.9542552046166</c:v>
                </c:pt>
                <c:pt idx="2441">
                  <c:v>161.99508815484899</c:v>
                </c:pt>
                <c:pt idx="2442">
                  <c:v>162.03591455462291</c:v>
                </c:pt>
                <c:pt idx="2443">
                  <c:v>162.07673337514251</c:v>
                </c:pt>
                <c:pt idx="2444">
                  <c:v>162.117537668084</c:v>
                </c:pt>
                <c:pt idx="2445">
                  <c:v>162.15831450681279</c:v>
                </c:pt>
                <c:pt idx="2446">
                  <c:v>162.1990904841002</c:v>
                </c:pt>
                <c:pt idx="2447">
                  <c:v>162.23981010359611</c:v>
                </c:pt>
                <c:pt idx="2448">
                  <c:v>162.28051781647829</c:v>
                </c:pt>
                <c:pt idx="2449">
                  <c:v>162.32121160710301</c:v>
                </c:pt>
                <c:pt idx="2450">
                  <c:v>162.3619020948733</c:v>
                </c:pt>
                <c:pt idx="2451">
                  <c:v>162.4025842887427</c:v>
                </c:pt>
                <c:pt idx="2452">
                  <c:v>162.44326492798069</c:v>
                </c:pt>
                <c:pt idx="2453">
                  <c:v>162.48393768226941</c:v>
                </c:pt>
                <c:pt idx="2454">
                  <c:v>162.52460509393981</c:v>
                </c:pt>
                <c:pt idx="2455">
                  <c:v>162.56527132628389</c:v>
                </c:pt>
                <c:pt idx="2456">
                  <c:v>162.60591426504041</c:v>
                </c:pt>
                <c:pt idx="2457">
                  <c:v>162.64653825379099</c:v>
                </c:pt>
                <c:pt idx="2458">
                  <c:v>162.6871543074443</c:v>
                </c:pt>
                <c:pt idx="2459">
                  <c:v>162.72776676123709</c:v>
                </c:pt>
                <c:pt idx="2460">
                  <c:v>162.7683509063728</c:v>
                </c:pt>
                <c:pt idx="2461">
                  <c:v>162.8089235493776</c:v>
                </c:pt>
                <c:pt idx="2462">
                  <c:v>162.84947471256271</c:v>
                </c:pt>
                <c:pt idx="2463">
                  <c:v>162.89001557108</c:v>
                </c:pt>
                <c:pt idx="2464">
                  <c:v>162.9305428796186</c:v>
                </c:pt>
                <c:pt idx="2465">
                  <c:v>162.97105787996449</c:v>
                </c:pt>
                <c:pt idx="2466">
                  <c:v>163.01153252772011</c:v>
                </c:pt>
                <c:pt idx="2467">
                  <c:v>163.05198188046739</c:v>
                </c:pt>
                <c:pt idx="2468">
                  <c:v>163.09242565569741</c:v>
                </c:pt>
                <c:pt idx="2469">
                  <c:v>163.13284385361439</c:v>
                </c:pt>
                <c:pt idx="2470">
                  <c:v>163.17324536525811</c:v>
                </c:pt>
                <c:pt idx="2471">
                  <c:v>163.2136187637586</c:v>
                </c:pt>
                <c:pt idx="2472">
                  <c:v>163.25397321046171</c:v>
                </c:pt>
                <c:pt idx="2473">
                  <c:v>163.29427829746081</c:v>
                </c:pt>
                <c:pt idx="2474">
                  <c:v>163.3345755924482</c:v>
                </c:pt>
                <c:pt idx="2475">
                  <c:v>163.37485685990751</c:v>
                </c:pt>
                <c:pt idx="2476">
                  <c:v>163.41511575180621</c:v>
                </c:pt>
                <c:pt idx="2477">
                  <c:v>163.45537445560379</c:v>
                </c:pt>
                <c:pt idx="2478">
                  <c:v>163.49561701910159</c:v>
                </c:pt>
                <c:pt idx="2479">
                  <c:v>163.53585472976809</c:v>
                </c:pt>
                <c:pt idx="2480">
                  <c:v>163.5760731935307</c:v>
                </c:pt>
                <c:pt idx="2481">
                  <c:v>163.61628851757851</c:v>
                </c:pt>
                <c:pt idx="2482">
                  <c:v>163.65649257328741</c:v>
                </c:pt>
                <c:pt idx="2483">
                  <c:v>163.69669575790519</c:v>
                </c:pt>
                <c:pt idx="2484">
                  <c:v>163.73687582703221</c:v>
                </c:pt>
                <c:pt idx="2485">
                  <c:v>163.77703657754029</c:v>
                </c:pt>
                <c:pt idx="2486">
                  <c:v>163.81719703490899</c:v>
                </c:pt>
                <c:pt idx="2487">
                  <c:v>163.8573462056109</c:v>
                </c:pt>
                <c:pt idx="2488">
                  <c:v>163.89746526562271</c:v>
                </c:pt>
                <c:pt idx="2489">
                  <c:v>163.93757383236081</c:v>
                </c:pt>
                <c:pt idx="2490">
                  <c:v>163.9776577591534</c:v>
                </c:pt>
                <c:pt idx="2491">
                  <c:v>164.0177339017728</c:v>
                </c:pt>
                <c:pt idx="2492">
                  <c:v>164.0577948126371</c:v>
                </c:pt>
                <c:pt idx="2493">
                  <c:v>164.0978475697564</c:v>
                </c:pt>
                <c:pt idx="2494">
                  <c:v>164.1378522598838</c:v>
                </c:pt>
                <c:pt idx="2495">
                  <c:v>164.17784201727491</c:v>
                </c:pt>
                <c:pt idx="2496">
                  <c:v>164.21782516162051</c:v>
                </c:pt>
                <c:pt idx="2497">
                  <c:v>164.25779909077079</c:v>
                </c:pt>
                <c:pt idx="2498">
                  <c:v>164.29777277364019</c:v>
                </c:pt>
                <c:pt idx="2499">
                  <c:v>164.33774409851119</c:v>
                </c:pt>
                <c:pt idx="2500">
                  <c:v>164.3776947667271</c:v>
                </c:pt>
                <c:pt idx="2501">
                  <c:v>164.41764382668481</c:v>
                </c:pt>
                <c:pt idx="2502">
                  <c:v>164.4575635233017</c:v>
                </c:pt>
                <c:pt idx="2503">
                  <c:v>164.49747562571281</c:v>
                </c:pt>
                <c:pt idx="2504">
                  <c:v>164.53738495542069</c:v>
                </c:pt>
                <c:pt idx="2505">
                  <c:v>164.57724859422939</c:v>
                </c:pt>
                <c:pt idx="2506">
                  <c:v>164.61707936908971</c:v>
                </c:pt>
                <c:pt idx="2507">
                  <c:v>164.65690967536651</c:v>
                </c:pt>
                <c:pt idx="2508">
                  <c:v>164.69673927671249</c:v>
                </c:pt>
                <c:pt idx="2509">
                  <c:v>164.73655877601809</c:v>
                </c:pt>
                <c:pt idx="2510">
                  <c:v>164.77635602812111</c:v>
                </c:pt>
                <c:pt idx="2511">
                  <c:v>164.81614860103079</c:v>
                </c:pt>
                <c:pt idx="2512">
                  <c:v>164.8559384289421</c:v>
                </c:pt>
                <c:pt idx="2513">
                  <c:v>164.89571570864899</c:v>
                </c:pt>
                <c:pt idx="2514">
                  <c:v>164.93548051465311</c:v>
                </c:pt>
                <c:pt idx="2515">
                  <c:v>164.97519563494919</c:v>
                </c:pt>
                <c:pt idx="2516">
                  <c:v>165.01490746326991</c:v>
                </c:pt>
                <c:pt idx="2517">
                  <c:v>165.05460927410209</c:v>
                </c:pt>
                <c:pt idx="2518">
                  <c:v>165.09430486441411</c:v>
                </c:pt>
                <c:pt idx="2519">
                  <c:v>165.13399362200451</c:v>
                </c:pt>
                <c:pt idx="2520">
                  <c:v>165.17365683715121</c:v>
                </c:pt>
                <c:pt idx="2521">
                  <c:v>165.2133052284002</c:v>
                </c:pt>
                <c:pt idx="2522">
                  <c:v>165.2529358394265</c:v>
                </c:pt>
                <c:pt idx="2523">
                  <c:v>165.29255220242419</c:v>
                </c:pt>
                <c:pt idx="2524">
                  <c:v>165.3321565703545</c:v>
                </c:pt>
                <c:pt idx="2525">
                  <c:v>165.37176050146181</c:v>
                </c:pt>
                <c:pt idx="2526">
                  <c:v>165.41135793504569</c:v>
                </c:pt>
                <c:pt idx="2527">
                  <c:v>165.4509317912526</c:v>
                </c:pt>
                <c:pt idx="2528">
                  <c:v>165.4904726336452</c:v>
                </c:pt>
                <c:pt idx="2529">
                  <c:v>165.53000477938991</c:v>
                </c:pt>
                <c:pt idx="2530">
                  <c:v>165.56952682632561</c:v>
                </c:pt>
                <c:pt idx="2531">
                  <c:v>165.60904224217691</c:v>
                </c:pt>
                <c:pt idx="2532">
                  <c:v>165.6485382642974</c:v>
                </c:pt>
                <c:pt idx="2533">
                  <c:v>165.6880332113756</c:v>
                </c:pt>
                <c:pt idx="2534">
                  <c:v>165.72752556197599</c:v>
                </c:pt>
                <c:pt idx="2535">
                  <c:v>165.76700071715791</c:v>
                </c:pt>
                <c:pt idx="2536">
                  <c:v>165.80646881971001</c:v>
                </c:pt>
                <c:pt idx="2537">
                  <c:v>165.84593470638029</c:v>
                </c:pt>
                <c:pt idx="2538">
                  <c:v>165.88539307950589</c:v>
                </c:pt>
                <c:pt idx="2539">
                  <c:v>165.92484822505051</c:v>
                </c:pt>
                <c:pt idx="2540">
                  <c:v>165.96430304560681</c:v>
                </c:pt>
                <c:pt idx="2541">
                  <c:v>166.0037460238901</c:v>
                </c:pt>
                <c:pt idx="2542">
                  <c:v>166.04318179599511</c:v>
                </c:pt>
                <c:pt idx="2543">
                  <c:v>166.0825802146714</c:v>
                </c:pt>
                <c:pt idx="2544">
                  <c:v>166.12197013627639</c:v>
                </c:pt>
                <c:pt idx="2545">
                  <c:v>166.1613538810231</c:v>
                </c:pt>
                <c:pt idx="2546">
                  <c:v>166.2007256625605</c:v>
                </c:pt>
                <c:pt idx="2547">
                  <c:v>166.24009570420949</c:v>
                </c:pt>
                <c:pt idx="2548">
                  <c:v>166.27943705294859</c:v>
                </c:pt>
                <c:pt idx="2549">
                  <c:v>166.3187696678801</c:v>
                </c:pt>
                <c:pt idx="2550">
                  <c:v>166.35810062559511</c:v>
                </c:pt>
                <c:pt idx="2551">
                  <c:v>166.3974165609275</c:v>
                </c:pt>
                <c:pt idx="2552">
                  <c:v>166.43671919488929</c:v>
                </c:pt>
                <c:pt idx="2553">
                  <c:v>166.47597887767489</c:v>
                </c:pt>
                <c:pt idx="2554">
                  <c:v>166.5152372307648</c:v>
                </c:pt>
                <c:pt idx="2555">
                  <c:v>166.55447333044461</c:v>
                </c:pt>
                <c:pt idx="2556">
                  <c:v>166.5936899846985</c:v>
                </c:pt>
                <c:pt idx="2557">
                  <c:v>166.63288704679951</c:v>
                </c:pt>
                <c:pt idx="2558">
                  <c:v>166.67205330290349</c:v>
                </c:pt>
                <c:pt idx="2559">
                  <c:v>166.7112052270314</c:v>
                </c:pt>
                <c:pt idx="2560">
                  <c:v>166.75034446462581</c:v>
                </c:pt>
                <c:pt idx="2561">
                  <c:v>166.78948347016839</c:v>
                </c:pt>
                <c:pt idx="2562">
                  <c:v>166.8286144865622</c:v>
                </c:pt>
                <c:pt idx="2563">
                  <c:v>166.8677427706024</c:v>
                </c:pt>
                <c:pt idx="2564">
                  <c:v>166.90686411000979</c:v>
                </c:pt>
                <c:pt idx="2565">
                  <c:v>166.94598483602249</c:v>
                </c:pt>
                <c:pt idx="2566">
                  <c:v>166.9851049678245</c:v>
                </c:pt>
                <c:pt idx="2567">
                  <c:v>167.02422145506949</c:v>
                </c:pt>
                <c:pt idx="2568">
                  <c:v>167.06332805821921</c:v>
                </c:pt>
                <c:pt idx="2569">
                  <c:v>167.10242725178281</c:v>
                </c:pt>
                <c:pt idx="2570">
                  <c:v>167.14150340501101</c:v>
                </c:pt>
                <c:pt idx="2571">
                  <c:v>167.18057777935161</c:v>
                </c:pt>
                <c:pt idx="2572">
                  <c:v>167.21964695804971</c:v>
                </c:pt>
                <c:pt idx="2573">
                  <c:v>167.25870666721289</c:v>
                </c:pt>
                <c:pt idx="2574">
                  <c:v>167.29776623483309</c:v>
                </c:pt>
                <c:pt idx="2575">
                  <c:v>167.336817817547</c:v>
                </c:pt>
                <c:pt idx="2576">
                  <c:v>167.3758663399087</c:v>
                </c:pt>
                <c:pt idx="2577">
                  <c:v>167.4148799326006</c:v>
                </c:pt>
                <c:pt idx="2578">
                  <c:v>167.45388901386451</c:v>
                </c:pt>
                <c:pt idx="2579">
                  <c:v>167.4928886800644</c:v>
                </c:pt>
                <c:pt idx="2580">
                  <c:v>167.53188417447089</c:v>
                </c:pt>
                <c:pt idx="2581">
                  <c:v>167.57086219860781</c:v>
                </c:pt>
                <c:pt idx="2582">
                  <c:v>167.60982460039699</c:v>
                </c:pt>
                <c:pt idx="2583">
                  <c:v>167.6487841917112</c:v>
                </c:pt>
                <c:pt idx="2584">
                  <c:v>167.6877342364179</c:v>
                </c:pt>
                <c:pt idx="2585">
                  <c:v>167.72666386595881</c:v>
                </c:pt>
                <c:pt idx="2586">
                  <c:v>167.7655757199164</c:v>
                </c:pt>
                <c:pt idx="2587">
                  <c:v>167.80448389622831</c:v>
                </c:pt>
                <c:pt idx="2588">
                  <c:v>167.84338601507531</c:v>
                </c:pt>
                <c:pt idx="2589">
                  <c:v>167.88227853610141</c:v>
                </c:pt>
                <c:pt idx="2590">
                  <c:v>167.92116932873549</c:v>
                </c:pt>
                <c:pt idx="2591">
                  <c:v>167.96004953316151</c:v>
                </c:pt>
                <c:pt idx="2592">
                  <c:v>167.99890783403541</c:v>
                </c:pt>
                <c:pt idx="2593">
                  <c:v>168.03776374591831</c:v>
                </c:pt>
                <c:pt idx="2594">
                  <c:v>168.07660070558779</c:v>
                </c:pt>
                <c:pt idx="2595">
                  <c:v>168.11540420085751</c:v>
                </c:pt>
                <c:pt idx="2596">
                  <c:v>168.1541949731141</c:v>
                </c:pt>
                <c:pt idx="2597">
                  <c:v>168.19298040229791</c:v>
                </c:pt>
                <c:pt idx="2598">
                  <c:v>168.2317558698158</c:v>
                </c:pt>
                <c:pt idx="2599">
                  <c:v>168.2705090726532</c:v>
                </c:pt>
                <c:pt idx="2600">
                  <c:v>168.30925848332339</c:v>
                </c:pt>
                <c:pt idx="2601">
                  <c:v>168.34799694769899</c:v>
                </c:pt>
                <c:pt idx="2602">
                  <c:v>168.3867351157586</c:v>
                </c:pt>
                <c:pt idx="2603">
                  <c:v>168.4254688382411</c:v>
                </c:pt>
                <c:pt idx="2604">
                  <c:v>168.46419555363019</c:v>
                </c:pt>
                <c:pt idx="2605">
                  <c:v>168.50290407758001</c:v>
                </c:pt>
                <c:pt idx="2606">
                  <c:v>168.541600591726</c:v>
                </c:pt>
                <c:pt idx="2607">
                  <c:v>168.5802847119229</c:v>
                </c:pt>
                <c:pt idx="2608">
                  <c:v>168.61896750232111</c:v>
                </c:pt>
                <c:pt idx="2609">
                  <c:v>168.65764655467109</c:v>
                </c:pt>
                <c:pt idx="2610">
                  <c:v>168.696313207994</c:v>
                </c:pt>
                <c:pt idx="2611">
                  <c:v>168.7349723143993</c:v>
                </c:pt>
                <c:pt idx="2612">
                  <c:v>168.77362778938121</c:v>
                </c:pt>
                <c:pt idx="2613">
                  <c:v>168.81224624182491</c:v>
                </c:pt>
                <c:pt idx="2614">
                  <c:v>168.85085499901379</c:v>
                </c:pt>
                <c:pt idx="2615">
                  <c:v>168.88945157314919</c:v>
                </c:pt>
                <c:pt idx="2616">
                  <c:v>168.92803010138169</c:v>
                </c:pt>
                <c:pt idx="2617">
                  <c:v>168.96660808000641</c:v>
                </c:pt>
                <c:pt idx="2618">
                  <c:v>169.00517136940229</c:v>
                </c:pt>
                <c:pt idx="2619">
                  <c:v>169.0437315911276</c:v>
                </c:pt>
                <c:pt idx="2620">
                  <c:v>169.08227849481631</c:v>
                </c:pt>
                <c:pt idx="2621">
                  <c:v>169.12082268098251</c:v>
                </c:pt>
                <c:pt idx="2622">
                  <c:v>169.15936570980239</c:v>
                </c:pt>
                <c:pt idx="2623">
                  <c:v>169.19790727679299</c:v>
                </c:pt>
                <c:pt idx="2624">
                  <c:v>169.23644612588461</c:v>
                </c:pt>
                <c:pt idx="2625">
                  <c:v>169.27498455255881</c:v>
                </c:pt>
                <c:pt idx="2626">
                  <c:v>169.313515641778</c:v>
                </c:pt>
                <c:pt idx="2627">
                  <c:v>169.35204066359631</c:v>
                </c:pt>
                <c:pt idx="2628">
                  <c:v>169.390549881086</c:v>
                </c:pt>
                <c:pt idx="2629">
                  <c:v>169.429042888759</c:v>
                </c:pt>
                <c:pt idx="2630">
                  <c:v>169.46749823452089</c:v>
                </c:pt>
                <c:pt idx="2631">
                  <c:v>169.50595278567999</c:v>
                </c:pt>
                <c:pt idx="2632">
                  <c:v>169.5444049600562</c:v>
                </c:pt>
                <c:pt idx="2633">
                  <c:v>169.58283066504811</c:v>
                </c:pt>
                <c:pt idx="2634">
                  <c:v>169.62123864336971</c:v>
                </c:pt>
                <c:pt idx="2635">
                  <c:v>169.65963987157511</c:v>
                </c:pt>
                <c:pt idx="2636">
                  <c:v>169.69799980470449</c:v>
                </c:pt>
                <c:pt idx="2637">
                  <c:v>169.73634504277749</c:v>
                </c:pt>
                <c:pt idx="2638">
                  <c:v>169.77467151711011</c:v>
                </c:pt>
                <c:pt idx="2639">
                  <c:v>169.81298673637289</c:v>
                </c:pt>
                <c:pt idx="2640">
                  <c:v>169.851288113007</c:v>
                </c:pt>
                <c:pt idx="2641">
                  <c:v>169.88953899991509</c:v>
                </c:pt>
                <c:pt idx="2642">
                  <c:v>169.92778737362849</c:v>
                </c:pt>
                <c:pt idx="2643">
                  <c:v>169.9660319560696</c:v>
                </c:pt>
                <c:pt idx="2644">
                  <c:v>170.0042696575423</c:v>
                </c:pt>
                <c:pt idx="2645">
                  <c:v>170.0425010761445</c:v>
                </c:pt>
                <c:pt idx="2646">
                  <c:v>170.08072187264699</c:v>
                </c:pt>
                <c:pt idx="2647">
                  <c:v>170.11891243322219</c:v>
                </c:pt>
                <c:pt idx="2648">
                  <c:v>170.1570961683</c:v>
                </c:pt>
                <c:pt idx="2649">
                  <c:v>170.1952713894419</c:v>
                </c:pt>
                <c:pt idx="2650">
                  <c:v>170.2334462178101</c:v>
                </c:pt>
                <c:pt idx="2651">
                  <c:v>170.2716158322184</c:v>
                </c:pt>
                <c:pt idx="2652">
                  <c:v>170.30976622896131</c:v>
                </c:pt>
                <c:pt idx="2653">
                  <c:v>170.34790889166709</c:v>
                </c:pt>
                <c:pt idx="2654">
                  <c:v>170.38604982451699</c:v>
                </c:pt>
                <c:pt idx="2655">
                  <c:v>170.42417949290089</c:v>
                </c:pt>
                <c:pt idx="2656">
                  <c:v>170.462296353163</c:v>
                </c:pt>
                <c:pt idx="2657">
                  <c:v>170.500399030821</c:v>
                </c:pt>
                <c:pt idx="2658">
                  <c:v>170.53850165759019</c:v>
                </c:pt>
                <c:pt idx="2659">
                  <c:v>170.57659776451791</c:v>
                </c:pt>
                <c:pt idx="2660">
                  <c:v>170.61468758709029</c:v>
                </c:pt>
                <c:pt idx="2661">
                  <c:v>170.65276741863991</c:v>
                </c:pt>
                <c:pt idx="2662">
                  <c:v>170.69083856983431</c:v>
                </c:pt>
                <c:pt idx="2663">
                  <c:v>170.72890730671509</c:v>
                </c:pt>
                <c:pt idx="2664">
                  <c:v>170.7669702110579</c:v>
                </c:pt>
                <c:pt idx="2665">
                  <c:v>170.80503242809121</c:v>
                </c:pt>
                <c:pt idx="2666">
                  <c:v>170.84308160899661</c:v>
                </c:pt>
                <c:pt idx="2667">
                  <c:v>170.88112820514419</c:v>
                </c:pt>
                <c:pt idx="2668">
                  <c:v>170.91917397344551</c:v>
                </c:pt>
                <c:pt idx="2669">
                  <c:v>170.95718675162999</c:v>
                </c:pt>
                <c:pt idx="2670">
                  <c:v>170.9951881859171</c:v>
                </c:pt>
                <c:pt idx="2671">
                  <c:v>171.03317254836179</c:v>
                </c:pt>
                <c:pt idx="2672">
                  <c:v>171.07109081283221</c:v>
                </c:pt>
                <c:pt idx="2673">
                  <c:v>171.10899926132481</c:v>
                </c:pt>
                <c:pt idx="2674">
                  <c:v>171.14687761910849</c:v>
                </c:pt>
                <c:pt idx="2675">
                  <c:v>171.18475024104069</c:v>
                </c:pt>
                <c:pt idx="2676">
                  <c:v>171.22259918070549</c:v>
                </c:pt>
                <c:pt idx="2677">
                  <c:v>171.2604356586935</c:v>
                </c:pt>
                <c:pt idx="2678">
                  <c:v>171.29827152604071</c:v>
                </c:pt>
                <c:pt idx="2679">
                  <c:v>171.3360904899163</c:v>
                </c:pt>
                <c:pt idx="2680">
                  <c:v>171.37390658913691</c:v>
                </c:pt>
                <c:pt idx="2681">
                  <c:v>171.41171478788459</c:v>
                </c:pt>
                <c:pt idx="2682">
                  <c:v>171.44949266058671</c:v>
                </c:pt>
                <c:pt idx="2683">
                  <c:v>171.4872698589092</c:v>
                </c:pt>
                <c:pt idx="2684">
                  <c:v>171.52504013527809</c:v>
                </c:pt>
                <c:pt idx="2685">
                  <c:v>171.56279296464911</c:v>
                </c:pt>
                <c:pt idx="2686">
                  <c:v>171.6005288248476</c:v>
                </c:pt>
                <c:pt idx="2687">
                  <c:v>171.63825474843159</c:v>
                </c:pt>
                <c:pt idx="2688">
                  <c:v>171.67597426918871</c:v>
                </c:pt>
                <c:pt idx="2689">
                  <c:v>171.7136792699344</c:v>
                </c:pt>
                <c:pt idx="2690">
                  <c:v>171.75137736252091</c:v>
                </c:pt>
                <c:pt idx="2691">
                  <c:v>171.78907452914521</c:v>
                </c:pt>
                <c:pt idx="2692">
                  <c:v>171.82676768424821</c:v>
                </c:pt>
                <c:pt idx="2693">
                  <c:v>171.86445032390779</c:v>
                </c:pt>
                <c:pt idx="2694">
                  <c:v>171.90210854860581</c:v>
                </c:pt>
                <c:pt idx="2695">
                  <c:v>171.93976390227559</c:v>
                </c:pt>
                <c:pt idx="2696">
                  <c:v>171.97741801883211</c:v>
                </c:pt>
                <c:pt idx="2697">
                  <c:v>172.0150688458281</c:v>
                </c:pt>
                <c:pt idx="2698">
                  <c:v>172.0527182651785</c:v>
                </c:pt>
                <c:pt idx="2699">
                  <c:v>172.09034158678631</c:v>
                </c:pt>
                <c:pt idx="2700">
                  <c:v>172.12795820286519</c:v>
                </c:pt>
                <c:pt idx="2701">
                  <c:v>172.16553298817061</c:v>
                </c:pt>
                <c:pt idx="2702">
                  <c:v>172.20310761136841</c:v>
                </c:pt>
                <c:pt idx="2703">
                  <c:v>172.2406820578862</c:v>
                </c:pt>
                <c:pt idx="2704">
                  <c:v>172.27824685596789</c:v>
                </c:pt>
                <c:pt idx="2705">
                  <c:v>172.31579983975249</c:v>
                </c:pt>
                <c:pt idx="2706">
                  <c:v>172.35333924769799</c:v>
                </c:pt>
                <c:pt idx="2707">
                  <c:v>172.3908674036665</c:v>
                </c:pt>
                <c:pt idx="2708">
                  <c:v>172.4283556309598</c:v>
                </c:pt>
                <c:pt idx="2709">
                  <c:v>172.46583985699141</c:v>
                </c:pt>
                <c:pt idx="2710">
                  <c:v>172.50332029044779</c:v>
                </c:pt>
                <c:pt idx="2711">
                  <c:v>172.54078186426119</c:v>
                </c:pt>
                <c:pt idx="2712">
                  <c:v>172.57821793159741</c:v>
                </c:pt>
                <c:pt idx="2713">
                  <c:v>172.61564934078001</c:v>
                </c:pt>
                <c:pt idx="2714">
                  <c:v>172.65305142831781</c:v>
                </c:pt>
                <c:pt idx="2715">
                  <c:v>172.69040802259531</c:v>
                </c:pt>
                <c:pt idx="2716">
                  <c:v>172.72776279542509</c:v>
                </c:pt>
                <c:pt idx="2717">
                  <c:v>172.7651154271411</c:v>
                </c:pt>
                <c:pt idx="2718">
                  <c:v>172.80246064434209</c:v>
                </c:pt>
                <c:pt idx="2719">
                  <c:v>172.83979695635151</c:v>
                </c:pt>
                <c:pt idx="2720">
                  <c:v>172.87713228318469</c:v>
                </c:pt>
                <c:pt idx="2721">
                  <c:v>172.91446133555399</c:v>
                </c:pt>
                <c:pt idx="2722">
                  <c:v>172.95178677464909</c:v>
                </c:pt>
                <c:pt idx="2723">
                  <c:v>172.989109847973</c:v>
                </c:pt>
                <c:pt idx="2724">
                  <c:v>173.02642020080501</c:v>
                </c:pt>
                <c:pt idx="2725">
                  <c:v>173.06371164208281</c:v>
                </c:pt>
                <c:pt idx="2726">
                  <c:v>173.10098352105109</c:v>
                </c:pt>
                <c:pt idx="2727">
                  <c:v>173.1382309785248</c:v>
                </c:pt>
                <c:pt idx="2728">
                  <c:v>173.1754626115997</c:v>
                </c:pt>
                <c:pt idx="2729">
                  <c:v>173.21268391541469</c:v>
                </c:pt>
                <c:pt idx="2730">
                  <c:v>173.24988879153551</c:v>
                </c:pt>
                <c:pt idx="2731">
                  <c:v>173.28709359316909</c:v>
                </c:pt>
                <c:pt idx="2732">
                  <c:v>173.32428507112729</c:v>
                </c:pt>
                <c:pt idx="2733">
                  <c:v>173.36141342026599</c:v>
                </c:pt>
                <c:pt idx="2734">
                  <c:v>173.3985263058612</c:v>
                </c:pt>
                <c:pt idx="2735">
                  <c:v>173.43559411304801</c:v>
                </c:pt>
                <c:pt idx="2736">
                  <c:v>173.47265793541521</c:v>
                </c:pt>
                <c:pt idx="2737">
                  <c:v>173.5096873031307</c:v>
                </c:pt>
                <c:pt idx="2738">
                  <c:v>173.54668074240089</c:v>
                </c:pt>
                <c:pt idx="2739">
                  <c:v>173.58366711765831</c:v>
                </c:pt>
                <c:pt idx="2740">
                  <c:v>173.62064932133919</c:v>
                </c:pt>
                <c:pt idx="2741">
                  <c:v>173.65762753023091</c:v>
                </c:pt>
                <c:pt idx="2742">
                  <c:v>173.69460500660409</c:v>
                </c:pt>
                <c:pt idx="2743">
                  <c:v>173.73155991048219</c:v>
                </c:pt>
                <c:pt idx="2744">
                  <c:v>173.7684415745623</c:v>
                </c:pt>
                <c:pt idx="2745">
                  <c:v>173.80531968712691</c:v>
                </c:pt>
                <c:pt idx="2746">
                  <c:v>173.84217094653931</c:v>
                </c:pt>
                <c:pt idx="2747">
                  <c:v>173.87901226899481</c:v>
                </c:pt>
                <c:pt idx="2748">
                  <c:v>173.91584022181809</c:v>
                </c:pt>
                <c:pt idx="2749">
                  <c:v>173.9526681200486</c:v>
                </c:pt>
                <c:pt idx="2750">
                  <c:v>173.98949364883779</c:v>
                </c:pt>
                <c:pt idx="2751">
                  <c:v>174.02631449101759</c:v>
                </c:pt>
                <c:pt idx="2752">
                  <c:v>174.06312298558379</c:v>
                </c:pt>
                <c:pt idx="2753">
                  <c:v>174.0999296210891</c:v>
                </c:pt>
                <c:pt idx="2754">
                  <c:v>174.1367277094723</c:v>
                </c:pt>
                <c:pt idx="2755">
                  <c:v>174.1735221318165</c:v>
                </c:pt>
                <c:pt idx="2756">
                  <c:v>174.21029684066499</c:v>
                </c:pt>
                <c:pt idx="2757">
                  <c:v>174.24702374596529</c:v>
                </c:pt>
                <c:pt idx="2758">
                  <c:v>174.28374063275501</c:v>
                </c:pt>
                <c:pt idx="2759">
                  <c:v>174.32045342412391</c:v>
                </c:pt>
                <c:pt idx="2760">
                  <c:v>174.35715481770279</c:v>
                </c:pt>
                <c:pt idx="2761">
                  <c:v>174.39384436493901</c:v>
                </c:pt>
                <c:pt idx="2762">
                  <c:v>174.43052775080699</c:v>
                </c:pt>
                <c:pt idx="2763">
                  <c:v>174.467201051384</c:v>
                </c:pt>
                <c:pt idx="2764">
                  <c:v>174.5038735982067</c:v>
                </c:pt>
                <c:pt idx="2765">
                  <c:v>174.54054508311859</c:v>
                </c:pt>
                <c:pt idx="2766">
                  <c:v>174.57721428151771</c:v>
                </c:pt>
                <c:pt idx="2767">
                  <c:v>174.61384230970421</c:v>
                </c:pt>
                <c:pt idx="2768">
                  <c:v>174.6504693062908</c:v>
                </c:pt>
                <c:pt idx="2769">
                  <c:v>174.6870709238369</c:v>
                </c:pt>
                <c:pt idx="2770">
                  <c:v>174.7236700182867</c:v>
                </c:pt>
                <c:pt idx="2771">
                  <c:v>174.76024954247239</c:v>
                </c:pt>
                <c:pt idx="2772">
                  <c:v>174.79682574326671</c:v>
                </c:pt>
                <c:pt idx="2773">
                  <c:v>174.83338609085959</c:v>
                </c:pt>
                <c:pt idx="2774">
                  <c:v>174.86993385491201</c:v>
                </c:pt>
                <c:pt idx="2775">
                  <c:v>174.9064811055579</c:v>
                </c:pt>
                <c:pt idx="2776">
                  <c:v>174.94302324748759</c:v>
                </c:pt>
                <c:pt idx="2777">
                  <c:v>174.97956491921451</c:v>
                </c:pt>
                <c:pt idx="2778">
                  <c:v>175.01609022093709</c:v>
                </c:pt>
                <c:pt idx="2779">
                  <c:v>175.05259200139389</c:v>
                </c:pt>
                <c:pt idx="2780">
                  <c:v>175.08908693501621</c:v>
                </c:pt>
                <c:pt idx="2781">
                  <c:v>175.12557329175459</c:v>
                </c:pt>
                <c:pt idx="2782">
                  <c:v>175.16201678329011</c:v>
                </c:pt>
                <c:pt idx="2783">
                  <c:v>175.19845602326481</c:v>
                </c:pt>
                <c:pt idx="2784">
                  <c:v>175.2348812321321</c:v>
                </c:pt>
                <c:pt idx="2785">
                  <c:v>175.27129361281311</c:v>
                </c:pt>
                <c:pt idx="2786">
                  <c:v>175.30770243024909</c:v>
                </c:pt>
                <c:pt idx="2787">
                  <c:v>175.34409492167791</c:v>
                </c:pt>
                <c:pt idx="2788">
                  <c:v>175.38048649856361</c:v>
                </c:pt>
                <c:pt idx="2789">
                  <c:v>175.4168748323911</c:v>
                </c:pt>
                <c:pt idx="2790">
                  <c:v>175.4532395350509</c:v>
                </c:pt>
                <c:pt idx="2791">
                  <c:v>175.48958886494029</c:v>
                </c:pt>
                <c:pt idx="2792">
                  <c:v>175.5259057415611</c:v>
                </c:pt>
                <c:pt idx="2793">
                  <c:v>175.5622156470578</c:v>
                </c:pt>
                <c:pt idx="2794">
                  <c:v>175.59848627728161</c:v>
                </c:pt>
                <c:pt idx="2795">
                  <c:v>175.63475074098241</c:v>
                </c:pt>
                <c:pt idx="2796">
                  <c:v>175.67100189234679</c:v>
                </c:pt>
                <c:pt idx="2797">
                  <c:v>175.70725263172369</c:v>
                </c:pt>
                <c:pt idx="2798">
                  <c:v>175.7435010358044</c:v>
                </c:pt>
                <c:pt idx="2799">
                  <c:v>175.77972677353381</c:v>
                </c:pt>
                <c:pt idx="2800">
                  <c:v>175.81594595804839</c:v>
                </c:pt>
                <c:pt idx="2801">
                  <c:v>175.8521526037799</c:v>
                </c:pt>
                <c:pt idx="2802">
                  <c:v>175.88835506791111</c:v>
                </c:pt>
                <c:pt idx="2803">
                  <c:v>175.92454573654641</c:v>
                </c:pt>
                <c:pt idx="2804">
                  <c:v>175.9607233657519</c:v>
                </c:pt>
                <c:pt idx="2805">
                  <c:v>175.9968838156278</c:v>
                </c:pt>
                <c:pt idx="2806">
                  <c:v>176.0330415365616</c:v>
                </c:pt>
                <c:pt idx="2807">
                  <c:v>176.06919610006051</c:v>
                </c:pt>
                <c:pt idx="2808">
                  <c:v>176.10530380983661</c:v>
                </c:pt>
                <c:pt idx="2809">
                  <c:v>176.141406252932</c:v>
                </c:pt>
                <c:pt idx="2810">
                  <c:v>176.1774834547827</c:v>
                </c:pt>
                <c:pt idx="2811">
                  <c:v>176.21355890714449</c:v>
                </c:pt>
                <c:pt idx="2812">
                  <c:v>176.24962524399871</c:v>
                </c:pt>
                <c:pt idx="2813">
                  <c:v>176.28566932830151</c:v>
                </c:pt>
                <c:pt idx="2814">
                  <c:v>176.32170294056499</c:v>
                </c:pt>
                <c:pt idx="2815">
                  <c:v>176.35772929124971</c:v>
                </c:pt>
                <c:pt idx="2816">
                  <c:v>176.3937534359188</c:v>
                </c:pt>
                <c:pt idx="2817">
                  <c:v>176.4297714222615</c:v>
                </c:pt>
                <c:pt idx="2818">
                  <c:v>176.46576664306841</c:v>
                </c:pt>
                <c:pt idx="2819">
                  <c:v>176.50175293572801</c:v>
                </c:pt>
                <c:pt idx="2820">
                  <c:v>176.53771793539639</c:v>
                </c:pt>
                <c:pt idx="2821">
                  <c:v>176.5736794749663</c:v>
                </c:pt>
                <c:pt idx="2822">
                  <c:v>176.6096313906784</c:v>
                </c:pt>
                <c:pt idx="2823">
                  <c:v>176.64557588238191</c:v>
                </c:pt>
                <c:pt idx="2824">
                  <c:v>176.68151958448749</c:v>
                </c:pt>
                <c:pt idx="2825">
                  <c:v>176.71745191377161</c:v>
                </c:pt>
                <c:pt idx="2826">
                  <c:v>176.75335215430979</c:v>
                </c:pt>
                <c:pt idx="2827">
                  <c:v>176.78925097462209</c:v>
                </c:pt>
                <c:pt idx="2828">
                  <c:v>176.8251073109262</c:v>
                </c:pt>
                <c:pt idx="2829">
                  <c:v>176.86095555012551</c:v>
                </c:pt>
                <c:pt idx="2830">
                  <c:v>176.89678030206991</c:v>
                </c:pt>
                <c:pt idx="2831">
                  <c:v>176.93260453044849</c:v>
                </c:pt>
                <c:pt idx="2832">
                  <c:v>176.96842726488759</c:v>
                </c:pt>
                <c:pt idx="2833">
                  <c:v>177.0042077795469</c:v>
                </c:pt>
                <c:pt idx="2834">
                  <c:v>177.03997681052849</c:v>
                </c:pt>
                <c:pt idx="2835">
                  <c:v>177.07573307762189</c:v>
                </c:pt>
                <c:pt idx="2836">
                  <c:v>177.11148862382049</c:v>
                </c:pt>
                <c:pt idx="2837">
                  <c:v>177.14724224133741</c:v>
                </c:pt>
                <c:pt idx="2838">
                  <c:v>177.1829905702034</c:v>
                </c:pt>
                <c:pt idx="2839">
                  <c:v>177.21873057303051</c:v>
                </c:pt>
                <c:pt idx="2840">
                  <c:v>177.2544589934497</c:v>
                </c:pt>
                <c:pt idx="2841">
                  <c:v>177.29018740322039</c:v>
                </c:pt>
                <c:pt idx="2842">
                  <c:v>177.3258999233874</c:v>
                </c:pt>
                <c:pt idx="2843">
                  <c:v>177.36160591397251</c:v>
                </c:pt>
                <c:pt idx="2844">
                  <c:v>177.3973075559577</c:v>
                </c:pt>
                <c:pt idx="2845">
                  <c:v>177.43299729090211</c:v>
                </c:pt>
                <c:pt idx="2846">
                  <c:v>177.46867574335269</c:v>
                </c:pt>
                <c:pt idx="2847">
                  <c:v>177.5043332169455</c:v>
                </c:pt>
                <c:pt idx="2848">
                  <c:v>177.53998025218959</c:v>
                </c:pt>
                <c:pt idx="2849">
                  <c:v>177.57561850569491</c:v>
                </c:pt>
                <c:pt idx="2850">
                  <c:v>177.61124664891719</c:v>
                </c:pt>
                <c:pt idx="2851">
                  <c:v>177.64684090937479</c:v>
                </c:pt>
                <c:pt idx="2852">
                  <c:v>177.6824073797593</c:v>
                </c:pt>
                <c:pt idx="2853">
                  <c:v>177.71796904739179</c:v>
                </c:pt>
                <c:pt idx="2854">
                  <c:v>177.75353059630319</c:v>
                </c:pt>
                <c:pt idx="2855">
                  <c:v>177.7890838968008</c:v>
                </c:pt>
                <c:pt idx="2856">
                  <c:v>177.82463672691671</c:v>
                </c:pt>
                <c:pt idx="2857">
                  <c:v>177.8601788234171</c:v>
                </c:pt>
                <c:pt idx="2858">
                  <c:v>177.89571069121891</c:v>
                </c:pt>
                <c:pt idx="2859">
                  <c:v>177.93124230961149</c:v>
                </c:pt>
                <c:pt idx="2860">
                  <c:v>177.96674733572971</c:v>
                </c:pt>
                <c:pt idx="2861">
                  <c:v>178.0022518398869</c:v>
                </c:pt>
                <c:pt idx="2862">
                  <c:v>178.03775433712829</c:v>
                </c:pt>
                <c:pt idx="2863">
                  <c:v>178.07325503178521</c:v>
                </c:pt>
                <c:pt idx="2864">
                  <c:v>178.1087528288673</c:v>
                </c:pt>
                <c:pt idx="2865">
                  <c:v>178.14424948406381</c:v>
                </c:pt>
                <c:pt idx="2866">
                  <c:v>178.1797457707103</c:v>
                </c:pt>
                <c:pt idx="2867">
                  <c:v>178.21522052560761</c:v>
                </c:pt>
                <c:pt idx="2868">
                  <c:v>178.25069370138729</c:v>
                </c:pt>
                <c:pt idx="2869">
                  <c:v>178.28615768121659</c:v>
                </c:pt>
                <c:pt idx="2870">
                  <c:v>178.3215914702933</c:v>
                </c:pt>
                <c:pt idx="2871">
                  <c:v>178.35702169270141</c:v>
                </c:pt>
                <c:pt idx="2872">
                  <c:v>178.39243896089209</c:v>
                </c:pt>
                <c:pt idx="2873">
                  <c:v>178.42784445044651</c:v>
                </c:pt>
                <c:pt idx="2874">
                  <c:v>178.46324531132831</c:v>
                </c:pt>
                <c:pt idx="2875">
                  <c:v>178.49863934365911</c:v>
                </c:pt>
                <c:pt idx="2876">
                  <c:v>178.53400326304191</c:v>
                </c:pt>
                <c:pt idx="2877">
                  <c:v>178.56933284985479</c:v>
                </c:pt>
                <c:pt idx="2878">
                  <c:v>178.6046542441623</c:v>
                </c:pt>
                <c:pt idx="2879">
                  <c:v>178.6399699682816</c:v>
                </c:pt>
                <c:pt idx="2880">
                  <c:v>178.67525910350901</c:v>
                </c:pt>
                <c:pt idx="2881">
                  <c:v>178.7105474851804</c:v>
                </c:pt>
                <c:pt idx="2882">
                  <c:v>178.74583304189321</c:v>
                </c:pt>
                <c:pt idx="2883">
                  <c:v>178.78111600784831</c:v>
                </c:pt>
                <c:pt idx="2884">
                  <c:v>178.81638552079221</c:v>
                </c:pt>
                <c:pt idx="2885">
                  <c:v>178.85164598470169</c:v>
                </c:pt>
                <c:pt idx="2886">
                  <c:v>178.88690157582141</c:v>
                </c:pt>
                <c:pt idx="2887">
                  <c:v>178.92213770283689</c:v>
                </c:pt>
                <c:pt idx="2888">
                  <c:v>178.9573674940608</c:v>
                </c:pt>
                <c:pt idx="2889">
                  <c:v>178.99252995690989</c:v>
                </c:pt>
                <c:pt idx="2890">
                  <c:v>179.0276896931542</c:v>
                </c:pt>
                <c:pt idx="2891">
                  <c:v>179.06284841685081</c:v>
                </c:pt>
                <c:pt idx="2892">
                  <c:v>179.09800419767859</c:v>
                </c:pt>
                <c:pt idx="2893">
                  <c:v>179.13314876577601</c:v>
                </c:pt>
                <c:pt idx="2894">
                  <c:v>179.16827609619369</c:v>
                </c:pt>
                <c:pt idx="2895">
                  <c:v>179.20339618007981</c:v>
                </c:pt>
                <c:pt idx="2896">
                  <c:v>179.23851615869211</c:v>
                </c:pt>
                <c:pt idx="2897">
                  <c:v>179.27363062375301</c:v>
                </c:pt>
                <c:pt idx="2898">
                  <c:v>179.30874074295281</c:v>
                </c:pt>
                <c:pt idx="2899">
                  <c:v>179.34384995967281</c:v>
                </c:pt>
                <c:pt idx="2900">
                  <c:v>179.37895704949511</c:v>
                </c:pt>
                <c:pt idx="2901">
                  <c:v>179.4140640412256</c:v>
                </c:pt>
                <c:pt idx="2902">
                  <c:v>179.44916112171219</c:v>
                </c:pt>
                <c:pt idx="2903">
                  <c:v>179.484252761937</c:v>
                </c:pt>
                <c:pt idx="2904">
                  <c:v>179.51932364206041</c:v>
                </c:pt>
                <c:pt idx="2905">
                  <c:v>179.55437773252481</c:v>
                </c:pt>
                <c:pt idx="2906">
                  <c:v>179.58942893386521</c:v>
                </c:pt>
                <c:pt idx="2907">
                  <c:v>179.62443380614059</c:v>
                </c:pt>
                <c:pt idx="2908">
                  <c:v>179.6594303674658</c:v>
                </c:pt>
                <c:pt idx="2909">
                  <c:v>179.69442420855219</c:v>
                </c:pt>
                <c:pt idx="2910">
                  <c:v>179.72939536221531</c:v>
                </c:pt>
                <c:pt idx="2911">
                  <c:v>179.7643639576404</c:v>
                </c:pt>
                <c:pt idx="2912">
                  <c:v>179.79932789589381</c:v>
                </c:pt>
                <c:pt idx="2913">
                  <c:v>179.8342767095362</c:v>
                </c:pt>
                <c:pt idx="2914">
                  <c:v>179.8692227021167</c:v>
                </c:pt>
                <c:pt idx="2915">
                  <c:v>179.90416827710769</c:v>
                </c:pt>
                <c:pt idx="2916">
                  <c:v>179.93911372772089</c:v>
                </c:pt>
                <c:pt idx="2917">
                  <c:v>179.97405695539641</c:v>
                </c:pt>
                <c:pt idx="2918">
                  <c:v>180.00898279501089</c:v>
                </c:pt>
                <c:pt idx="2919">
                  <c:v>180.04389952215129</c:v>
                </c:pt>
                <c:pt idx="2920">
                  <c:v>180.07880364654389</c:v>
                </c:pt>
                <c:pt idx="2921">
                  <c:v>180.1137001694803</c:v>
                </c:pt>
                <c:pt idx="2922">
                  <c:v>180.14859223899819</c:v>
                </c:pt>
                <c:pt idx="2923">
                  <c:v>180.18346736819669</c:v>
                </c:pt>
                <c:pt idx="2924">
                  <c:v>180.21834218698069</c:v>
                </c:pt>
                <c:pt idx="2925">
                  <c:v>180.25321586614211</c:v>
                </c:pt>
                <c:pt idx="2926">
                  <c:v>180.2880863634455</c:v>
                </c:pt>
                <c:pt idx="2927">
                  <c:v>180.3229562822896</c:v>
                </c:pt>
                <c:pt idx="2928">
                  <c:v>180.357816328946</c:v>
                </c:pt>
                <c:pt idx="2929">
                  <c:v>180.39266298222481</c:v>
                </c:pt>
                <c:pt idx="2930">
                  <c:v>180.42750669321521</c:v>
                </c:pt>
                <c:pt idx="2931">
                  <c:v>180.46234315999581</c:v>
                </c:pt>
                <c:pt idx="2932">
                  <c:v>180.49711306857739</c:v>
                </c:pt>
                <c:pt idx="2933">
                  <c:v>180.53185907470689</c:v>
                </c:pt>
                <c:pt idx="2934">
                  <c:v>180.56657871488051</c:v>
                </c:pt>
                <c:pt idx="2935">
                  <c:v>180.60128527411521</c:v>
                </c:pt>
                <c:pt idx="2936">
                  <c:v>180.63596635598921</c:v>
                </c:pt>
                <c:pt idx="2937">
                  <c:v>180.67064292253491</c:v>
                </c:pt>
                <c:pt idx="2938">
                  <c:v>180.70528126173559</c:v>
                </c:pt>
                <c:pt idx="2939">
                  <c:v>180.73990443442639</c:v>
                </c:pt>
                <c:pt idx="2940">
                  <c:v>180.77451369121229</c:v>
                </c:pt>
                <c:pt idx="2941">
                  <c:v>180.8091211858013</c:v>
                </c:pt>
                <c:pt idx="2942">
                  <c:v>180.84372201910131</c:v>
                </c:pt>
                <c:pt idx="2943">
                  <c:v>180.87831297541979</c:v>
                </c:pt>
                <c:pt idx="2944">
                  <c:v>180.91286889110191</c:v>
                </c:pt>
                <c:pt idx="2945">
                  <c:v>180.94740974432449</c:v>
                </c:pt>
                <c:pt idx="2946">
                  <c:v>180.98192194459531</c:v>
                </c:pt>
                <c:pt idx="2947">
                  <c:v>181.01643130104239</c:v>
                </c:pt>
                <c:pt idx="2948">
                  <c:v>181.0509316049305</c:v>
                </c:pt>
                <c:pt idx="2949">
                  <c:v>181.08541570674041</c:v>
                </c:pt>
                <c:pt idx="2950">
                  <c:v>181.11988201355851</c:v>
                </c:pt>
                <c:pt idx="2951">
                  <c:v>181.15433281929501</c:v>
                </c:pt>
                <c:pt idx="2952">
                  <c:v>181.1887811881227</c:v>
                </c:pt>
                <c:pt idx="2953">
                  <c:v>181.22319573592549</c:v>
                </c:pt>
                <c:pt idx="2954">
                  <c:v>181.25758534142659</c:v>
                </c:pt>
                <c:pt idx="2955">
                  <c:v>181.2919736251676</c:v>
                </c:pt>
                <c:pt idx="2956">
                  <c:v>181.32636108989439</c:v>
                </c:pt>
                <c:pt idx="2957">
                  <c:v>181.36074843379279</c:v>
                </c:pt>
                <c:pt idx="2958">
                  <c:v>181.3951266068099</c:v>
                </c:pt>
                <c:pt idx="2959">
                  <c:v>181.42950306904629</c:v>
                </c:pt>
                <c:pt idx="2960">
                  <c:v>181.46387839977399</c:v>
                </c:pt>
                <c:pt idx="2961">
                  <c:v>181.49823559368821</c:v>
                </c:pt>
                <c:pt idx="2962">
                  <c:v>181.53258978046011</c:v>
                </c:pt>
                <c:pt idx="2963">
                  <c:v>181.56693454253221</c:v>
                </c:pt>
                <c:pt idx="2964">
                  <c:v>181.6012541321798</c:v>
                </c:pt>
                <c:pt idx="2965">
                  <c:v>181.63556934058761</c:v>
                </c:pt>
                <c:pt idx="2966">
                  <c:v>181.66987309983151</c:v>
                </c:pt>
                <c:pt idx="2967">
                  <c:v>181.70416443911921</c:v>
                </c:pt>
                <c:pt idx="2968">
                  <c:v>181.73845389584741</c:v>
                </c:pt>
                <c:pt idx="2969">
                  <c:v>181.77273434917561</c:v>
                </c:pt>
                <c:pt idx="2970">
                  <c:v>181.80700014696001</c:v>
                </c:pt>
                <c:pt idx="2971">
                  <c:v>181.841258360772</c:v>
                </c:pt>
                <c:pt idx="2972">
                  <c:v>181.87551359746919</c:v>
                </c:pt>
                <c:pt idx="2973">
                  <c:v>181.90975752173111</c:v>
                </c:pt>
                <c:pt idx="2974">
                  <c:v>181.9439866713395</c:v>
                </c:pt>
                <c:pt idx="2975">
                  <c:v>181.97819581783301</c:v>
                </c:pt>
                <c:pt idx="2976">
                  <c:v>182.01237891137171</c:v>
                </c:pt>
                <c:pt idx="2977">
                  <c:v>182.0465572319942</c:v>
                </c:pt>
                <c:pt idx="2978">
                  <c:v>182.0807239043871</c:v>
                </c:pt>
                <c:pt idx="2979">
                  <c:v>182.11488191899761</c:v>
                </c:pt>
                <c:pt idx="2980">
                  <c:v>182.14902661777541</c:v>
                </c:pt>
                <c:pt idx="2981">
                  <c:v>182.1831688581421</c:v>
                </c:pt>
                <c:pt idx="2982">
                  <c:v>182.2173104420514</c:v>
                </c:pt>
                <c:pt idx="2983">
                  <c:v>182.2514380868061</c:v>
                </c:pt>
                <c:pt idx="2984">
                  <c:v>182.28555497092211</c:v>
                </c:pt>
                <c:pt idx="2985">
                  <c:v>182.3196695956286</c:v>
                </c:pt>
                <c:pt idx="2986">
                  <c:v>182.35377898737849</c:v>
                </c:pt>
                <c:pt idx="2987">
                  <c:v>182.38788830726679</c:v>
                </c:pt>
                <c:pt idx="2988">
                  <c:v>182.42196158490671</c:v>
                </c:pt>
                <c:pt idx="2989">
                  <c:v>182.45602351700421</c:v>
                </c:pt>
                <c:pt idx="2990">
                  <c:v>182.49007369841181</c:v>
                </c:pt>
                <c:pt idx="2991">
                  <c:v>182.5241175121146</c:v>
                </c:pt>
                <c:pt idx="2992">
                  <c:v>182.55815955874971</c:v>
                </c:pt>
                <c:pt idx="2993">
                  <c:v>182.5921906309112</c:v>
                </c:pt>
                <c:pt idx="2994">
                  <c:v>182.62620489293781</c:v>
                </c:pt>
                <c:pt idx="2995">
                  <c:v>182.66021503200761</c:v>
                </c:pt>
                <c:pt idx="2996">
                  <c:v>182.69422154775921</c:v>
                </c:pt>
                <c:pt idx="2997">
                  <c:v>182.72821085115791</c:v>
                </c:pt>
                <c:pt idx="2998">
                  <c:v>182.76218737729849</c:v>
                </c:pt>
                <c:pt idx="2999">
                  <c:v>182.79615797757791</c:v>
                </c:pt>
                <c:pt idx="3000">
                  <c:v>182.83012286475801</c:v>
                </c:pt>
                <c:pt idx="3001">
                  <c:v>182.86406349216489</c:v>
                </c:pt>
                <c:pt idx="3002">
                  <c:v>182.89800078293419</c:v>
                </c:pt>
                <c:pt idx="3003">
                  <c:v>182.93193650097649</c:v>
                </c:pt>
                <c:pt idx="3004">
                  <c:v>182.96585314960831</c:v>
                </c:pt>
                <c:pt idx="3005">
                  <c:v>182.9997557260163</c:v>
                </c:pt>
                <c:pt idx="3006">
                  <c:v>183.033656006874</c:v>
                </c:pt>
                <c:pt idx="3007">
                  <c:v>183.06754243553129</c:v>
                </c:pt>
                <c:pt idx="3008">
                  <c:v>183.1014198764187</c:v>
                </c:pt>
                <c:pt idx="3009">
                  <c:v>183.1352896169011</c:v>
                </c:pt>
                <c:pt idx="3010">
                  <c:v>183.1691531574574</c:v>
                </c:pt>
                <c:pt idx="3011">
                  <c:v>183.20301041616301</c:v>
                </c:pt>
                <c:pt idx="3012">
                  <c:v>183.23686598398501</c:v>
                </c:pt>
                <c:pt idx="3013">
                  <c:v>183.27071747482901</c:v>
                </c:pt>
                <c:pt idx="3014">
                  <c:v>183.30456815980091</c:v>
                </c:pt>
                <c:pt idx="3015">
                  <c:v>183.33840759717759</c:v>
                </c:pt>
                <c:pt idx="3016">
                  <c:v>183.37223050610129</c:v>
                </c:pt>
                <c:pt idx="3017">
                  <c:v>183.40604870799089</c:v>
                </c:pt>
                <c:pt idx="3018">
                  <c:v>183.4398387166685</c:v>
                </c:pt>
                <c:pt idx="3019">
                  <c:v>183.47362858109821</c:v>
                </c:pt>
                <c:pt idx="3020">
                  <c:v>183.50739912099621</c:v>
                </c:pt>
                <c:pt idx="3021">
                  <c:v>183.54115721227791</c:v>
                </c:pt>
                <c:pt idx="3022">
                  <c:v>183.57490311532121</c:v>
                </c:pt>
                <c:pt idx="3023">
                  <c:v>183.60864725819451</c:v>
                </c:pt>
                <c:pt idx="3024">
                  <c:v>183.64239012800149</c:v>
                </c:pt>
                <c:pt idx="3025">
                  <c:v>183.67613125602199</c:v>
                </c:pt>
                <c:pt idx="3026">
                  <c:v>183.7098569170482</c:v>
                </c:pt>
                <c:pt idx="3027">
                  <c:v>183.74357271697431</c:v>
                </c:pt>
                <c:pt idx="3028">
                  <c:v>183.77727995280631</c:v>
                </c:pt>
                <c:pt idx="3029">
                  <c:v>183.8109686490283</c:v>
                </c:pt>
                <c:pt idx="3030">
                  <c:v>183.84464375015861</c:v>
                </c:pt>
                <c:pt idx="3031">
                  <c:v>183.87830998552789</c:v>
                </c:pt>
                <c:pt idx="3032">
                  <c:v>183.91197474361141</c:v>
                </c:pt>
                <c:pt idx="3033">
                  <c:v>183.94563644526809</c:v>
                </c:pt>
                <c:pt idx="3034">
                  <c:v>183.97924522926061</c:v>
                </c:pt>
                <c:pt idx="3035">
                  <c:v>184.01284067733789</c:v>
                </c:pt>
                <c:pt idx="3036">
                  <c:v>184.04641782801559</c:v>
                </c:pt>
                <c:pt idx="3037">
                  <c:v>184.0799864610278</c:v>
                </c:pt>
                <c:pt idx="3038">
                  <c:v>184.1135540749064</c:v>
                </c:pt>
                <c:pt idx="3039">
                  <c:v>184.14710225763071</c:v>
                </c:pt>
                <c:pt idx="3040">
                  <c:v>184.18064041339139</c:v>
                </c:pt>
                <c:pt idx="3041">
                  <c:v>184.21417289612219</c:v>
                </c:pt>
                <c:pt idx="3042">
                  <c:v>184.24769589041341</c:v>
                </c:pt>
                <c:pt idx="3043">
                  <c:v>184.2812148160981</c:v>
                </c:pt>
                <c:pt idx="3044">
                  <c:v>184.31473276955589</c:v>
                </c:pt>
                <c:pt idx="3045">
                  <c:v>184.34822985249369</c:v>
                </c:pt>
                <c:pt idx="3046">
                  <c:v>184.38172665610821</c:v>
                </c:pt>
                <c:pt idx="3047">
                  <c:v>184.41521013255289</c:v>
                </c:pt>
                <c:pt idx="3048">
                  <c:v>184.448688236816</c:v>
                </c:pt>
                <c:pt idx="3049">
                  <c:v>184.4821637976421</c:v>
                </c:pt>
                <c:pt idx="3050">
                  <c:v>184.51563929041629</c:v>
                </c:pt>
                <c:pt idx="3051">
                  <c:v>184.54908583373231</c:v>
                </c:pt>
                <c:pt idx="3052">
                  <c:v>184.58252820333271</c:v>
                </c:pt>
                <c:pt idx="3053">
                  <c:v>184.61596120746901</c:v>
                </c:pt>
                <c:pt idx="3054">
                  <c:v>184.64939057464221</c:v>
                </c:pt>
                <c:pt idx="3055">
                  <c:v>184.68281918826929</c:v>
                </c:pt>
                <c:pt idx="3056">
                  <c:v>184.7162461529642</c:v>
                </c:pt>
                <c:pt idx="3057">
                  <c:v>184.7496649324008</c:v>
                </c:pt>
                <c:pt idx="3058">
                  <c:v>184.783080007819</c:v>
                </c:pt>
                <c:pt idx="3059">
                  <c:v>184.8164870969033</c:v>
                </c:pt>
                <c:pt idx="3060">
                  <c:v>184.84985333606531</c:v>
                </c:pt>
                <c:pt idx="3061">
                  <c:v>184.88321522854389</c:v>
                </c:pt>
                <c:pt idx="3062">
                  <c:v>184.91654951722231</c:v>
                </c:pt>
                <c:pt idx="3063">
                  <c:v>184.949860639364</c:v>
                </c:pt>
                <c:pt idx="3064">
                  <c:v>184.98314192078061</c:v>
                </c:pt>
                <c:pt idx="3065">
                  <c:v>185.01640100303871</c:v>
                </c:pt>
                <c:pt idx="3066">
                  <c:v>185.0496589716046</c:v>
                </c:pt>
                <c:pt idx="3067">
                  <c:v>185.08291314635579</c:v>
                </c:pt>
                <c:pt idx="3068">
                  <c:v>185.11616378830291</c:v>
                </c:pt>
                <c:pt idx="3069">
                  <c:v>185.14940236398681</c:v>
                </c:pt>
                <c:pt idx="3070">
                  <c:v>185.1826392576564</c:v>
                </c:pt>
                <c:pt idx="3071">
                  <c:v>185.21587138890791</c:v>
                </c:pt>
                <c:pt idx="3072">
                  <c:v>185.24909054322089</c:v>
                </c:pt>
                <c:pt idx="3073">
                  <c:v>185.28228561387121</c:v>
                </c:pt>
                <c:pt idx="3074">
                  <c:v>185.3154802994853</c:v>
                </c:pt>
                <c:pt idx="3075">
                  <c:v>185.3486657093751</c:v>
                </c:pt>
                <c:pt idx="3076">
                  <c:v>185.38184854585489</c:v>
                </c:pt>
                <c:pt idx="3077">
                  <c:v>185.41502728320211</c:v>
                </c:pt>
                <c:pt idx="3078">
                  <c:v>185.4482057127604</c:v>
                </c:pt>
                <c:pt idx="3079">
                  <c:v>185.48138026093119</c:v>
                </c:pt>
                <c:pt idx="3080">
                  <c:v>185.5145446865522</c:v>
                </c:pt>
                <c:pt idx="3081">
                  <c:v>185.54770370228681</c:v>
                </c:pt>
                <c:pt idx="3082">
                  <c:v>185.5808572335537</c:v>
                </c:pt>
                <c:pt idx="3083">
                  <c:v>185.6139854223747</c:v>
                </c:pt>
                <c:pt idx="3084">
                  <c:v>185.64710832605681</c:v>
                </c:pt>
                <c:pt idx="3085">
                  <c:v>185.68019325564751</c:v>
                </c:pt>
                <c:pt idx="3086">
                  <c:v>185.713267884245</c:v>
                </c:pt>
                <c:pt idx="3087">
                  <c:v>185.74630563367549</c:v>
                </c:pt>
                <c:pt idx="3088">
                  <c:v>185.77933617237511</c:v>
                </c:pt>
                <c:pt idx="3089">
                  <c:v>185.8123654472827</c:v>
                </c:pt>
                <c:pt idx="3090">
                  <c:v>185.84537337197929</c:v>
                </c:pt>
                <c:pt idx="3091">
                  <c:v>185.878376531144</c:v>
                </c:pt>
                <c:pt idx="3092">
                  <c:v>185.91137586024851</c:v>
                </c:pt>
                <c:pt idx="3093">
                  <c:v>185.94436970718701</c:v>
                </c:pt>
                <c:pt idx="3094">
                  <c:v>185.9773615327214</c:v>
                </c:pt>
                <c:pt idx="3095">
                  <c:v>186.0103528095774</c:v>
                </c:pt>
                <c:pt idx="3096">
                  <c:v>186.04333903345281</c:v>
                </c:pt>
                <c:pt idx="3097">
                  <c:v>186.07632296387251</c:v>
                </c:pt>
                <c:pt idx="3098">
                  <c:v>186.10930419741911</c:v>
                </c:pt>
                <c:pt idx="3099">
                  <c:v>186.1422733739463</c:v>
                </c:pt>
                <c:pt idx="3100">
                  <c:v>186.1752289048811</c:v>
                </c:pt>
                <c:pt idx="3101">
                  <c:v>186.20816707389901</c:v>
                </c:pt>
                <c:pt idx="3102">
                  <c:v>186.24109676080789</c:v>
                </c:pt>
                <c:pt idx="3103">
                  <c:v>186.27400719387549</c:v>
                </c:pt>
                <c:pt idx="3104">
                  <c:v>186.30691456684329</c:v>
                </c:pt>
                <c:pt idx="3105">
                  <c:v>186.33980685340089</c:v>
                </c:pt>
                <c:pt idx="3106">
                  <c:v>186.37269370889399</c:v>
                </c:pt>
                <c:pt idx="3107">
                  <c:v>186.40556996104161</c:v>
                </c:pt>
                <c:pt idx="3108">
                  <c:v>186.43844102922691</c:v>
                </c:pt>
                <c:pt idx="3109">
                  <c:v>186.4713112636332</c:v>
                </c:pt>
                <c:pt idx="3110">
                  <c:v>186.5041666488593</c:v>
                </c:pt>
                <c:pt idx="3111">
                  <c:v>186.53701925990271</c:v>
                </c:pt>
                <c:pt idx="3112">
                  <c:v>186.5698689415056</c:v>
                </c:pt>
                <c:pt idx="3113">
                  <c:v>186.60271744149631</c:v>
                </c:pt>
                <c:pt idx="3114">
                  <c:v>186.63553924895649</c:v>
                </c:pt>
                <c:pt idx="3115">
                  <c:v>186.66836051211641</c:v>
                </c:pt>
                <c:pt idx="3116">
                  <c:v>186.70117938727029</c:v>
                </c:pt>
                <c:pt idx="3117">
                  <c:v>186.73399693278969</c:v>
                </c:pt>
                <c:pt idx="3118">
                  <c:v>186.76681151237631</c:v>
                </c:pt>
                <c:pt idx="3119">
                  <c:v>186.79961399774459</c:v>
                </c:pt>
                <c:pt idx="3120">
                  <c:v>186.8324119027001</c:v>
                </c:pt>
                <c:pt idx="3121">
                  <c:v>186.86520506472789</c:v>
                </c:pt>
                <c:pt idx="3122">
                  <c:v>186.8979966177296</c:v>
                </c:pt>
                <c:pt idx="3123">
                  <c:v>186.93077148918741</c:v>
                </c:pt>
                <c:pt idx="3124">
                  <c:v>186.9635380598661</c:v>
                </c:pt>
                <c:pt idx="3125">
                  <c:v>186.9963031234598</c:v>
                </c:pt>
                <c:pt idx="3126">
                  <c:v>187.02905720823239</c:v>
                </c:pt>
                <c:pt idx="3127">
                  <c:v>187.06179797004819</c:v>
                </c:pt>
                <c:pt idx="3128">
                  <c:v>187.09452960848699</c:v>
                </c:pt>
                <c:pt idx="3129">
                  <c:v>187.12726058420631</c:v>
                </c:pt>
                <c:pt idx="3130">
                  <c:v>187.15997243620231</c:v>
                </c:pt>
                <c:pt idx="3131">
                  <c:v>187.19268366795129</c:v>
                </c:pt>
                <c:pt idx="3132">
                  <c:v>187.2253781833916</c:v>
                </c:pt>
                <c:pt idx="3133">
                  <c:v>187.25807092519901</c:v>
                </c:pt>
                <c:pt idx="3134">
                  <c:v>187.2907560461224</c:v>
                </c:pt>
                <c:pt idx="3135">
                  <c:v>187.3234364232423</c:v>
                </c:pt>
                <c:pt idx="3136">
                  <c:v>187.3561030656042</c:v>
                </c:pt>
                <c:pt idx="3137">
                  <c:v>187.38873593218719</c:v>
                </c:pt>
                <c:pt idx="3138">
                  <c:v>187.42134049158949</c:v>
                </c:pt>
                <c:pt idx="3139">
                  <c:v>187.45394312364621</c:v>
                </c:pt>
                <c:pt idx="3140">
                  <c:v>187.4865211187643</c:v>
                </c:pt>
                <c:pt idx="3141">
                  <c:v>187.51909524697231</c:v>
                </c:pt>
                <c:pt idx="3142">
                  <c:v>187.5516414651309</c:v>
                </c:pt>
                <c:pt idx="3143">
                  <c:v>187.58418630368729</c:v>
                </c:pt>
                <c:pt idx="3144">
                  <c:v>187.61672817675549</c:v>
                </c:pt>
                <c:pt idx="3145">
                  <c:v>187.64926217078229</c:v>
                </c:pt>
                <c:pt idx="3146">
                  <c:v>187.68179269475019</c:v>
                </c:pt>
                <c:pt idx="3147">
                  <c:v>187.7143146298651</c:v>
                </c:pt>
                <c:pt idx="3148">
                  <c:v>187.74683630114001</c:v>
                </c:pt>
                <c:pt idx="3149">
                  <c:v>187.77935557327751</c:v>
                </c:pt>
                <c:pt idx="3150">
                  <c:v>187.81184224901551</c:v>
                </c:pt>
                <c:pt idx="3151">
                  <c:v>187.84429414739211</c:v>
                </c:pt>
                <c:pt idx="3152">
                  <c:v>187.8767421360894</c:v>
                </c:pt>
                <c:pt idx="3153">
                  <c:v>187.90917120761401</c:v>
                </c:pt>
                <c:pt idx="3154">
                  <c:v>187.94158601879269</c:v>
                </c:pt>
                <c:pt idx="3155">
                  <c:v>187.97399130264259</c:v>
                </c:pt>
                <c:pt idx="3156">
                  <c:v>188.00637128172431</c:v>
                </c:pt>
                <c:pt idx="3157">
                  <c:v>188.03874363524619</c:v>
                </c:pt>
                <c:pt idx="3158">
                  <c:v>188.0711085818966</c:v>
                </c:pt>
                <c:pt idx="3159">
                  <c:v>188.1034293589922</c:v>
                </c:pt>
                <c:pt idx="3160">
                  <c:v>188.13574639346919</c:v>
                </c:pt>
                <c:pt idx="3161">
                  <c:v>188.1680538368085</c:v>
                </c:pt>
                <c:pt idx="3162">
                  <c:v>188.20033254399709</c:v>
                </c:pt>
                <c:pt idx="3163">
                  <c:v>188.23260766759981</c:v>
                </c:pt>
                <c:pt idx="3164">
                  <c:v>188.26487099528609</c:v>
                </c:pt>
                <c:pt idx="3165">
                  <c:v>188.2971164503515</c:v>
                </c:pt>
                <c:pt idx="3166">
                  <c:v>188.32934853224529</c:v>
                </c:pt>
                <c:pt idx="3167">
                  <c:v>188.361554921981</c:v>
                </c:pt>
                <c:pt idx="3168">
                  <c:v>188.39374755654489</c:v>
                </c:pt>
                <c:pt idx="3169">
                  <c:v>188.42590991041749</c:v>
                </c:pt>
                <c:pt idx="3170">
                  <c:v>188.45806453219481</c:v>
                </c:pt>
                <c:pt idx="3171">
                  <c:v>188.49021651030429</c:v>
                </c:pt>
                <c:pt idx="3172">
                  <c:v>188.52236504797779</c:v>
                </c:pt>
                <c:pt idx="3173">
                  <c:v>188.55450827399909</c:v>
                </c:pt>
                <c:pt idx="3174">
                  <c:v>188.5866426292323</c:v>
                </c:pt>
                <c:pt idx="3175">
                  <c:v>188.61877694540411</c:v>
                </c:pt>
                <c:pt idx="3176">
                  <c:v>188.65088805915099</c:v>
                </c:pt>
                <c:pt idx="3177">
                  <c:v>188.68298392816601</c:v>
                </c:pt>
                <c:pt idx="3178">
                  <c:v>188.71507680324959</c:v>
                </c:pt>
                <c:pt idx="3179">
                  <c:v>188.74715989572479</c:v>
                </c:pt>
                <c:pt idx="3180">
                  <c:v>188.7792029190617</c:v>
                </c:pt>
                <c:pt idx="3181">
                  <c:v>188.8112423523007</c:v>
                </c:pt>
                <c:pt idx="3182">
                  <c:v>188.84323662314361</c:v>
                </c:pt>
                <c:pt idx="3183">
                  <c:v>188.8752175397714</c:v>
                </c:pt>
                <c:pt idx="3184">
                  <c:v>188.90718879992201</c:v>
                </c:pt>
                <c:pt idx="3185">
                  <c:v>188.93915964240429</c:v>
                </c:pt>
                <c:pt idx="3186">
                  <c:v>188.97112965566589</c:v>
                </c:pt>
                <c:pt idx="3187">
                  <c:v>189.00309487710351</c:v>
                </c:pt>
                <c:pt idx="3188">
                  <c:v>189.03502445078601</c:v>
                </c:pt>
                <c:pt idx="3189">
                  <c:v>189.06695324440821</c:v>
                </c:pt>
                <c:pt idx="3190">
                  <c:v>189.09886815990069</c:v>
                </c:pt>
                <c:pt idx="3191">
                  <c:v>189.13077437361989</c:v>
                </c:pt>
                <c:pt idx="3192">
                  <c:v>189.16267665906301</c:v>
                </c:pt>
                <c:pt idx="3193">
                  <c:v>189.19455930174371</c:v>
                </c:pt>
                <c:pt idx="3194">
                  <c:v>189.2264310632051</c:v>
                </c:pt>
                <c:pt idx="3195">
                  <c:v>189.2582977697821</c:v>
                </c:pt>
                <c:pt idx="3196">
                  <c:v>189.2901531776422</c:v>
                </c:pt>
                <c:pt idx="3197">
                  <c:v>189.32200238123909</c:v>
                </c:pt>
                <c:pt idx="3198">
                  <c:v>189.35381856933191</c:v>
                </c:pt>
                <c:pt idx="3199">
                  <c:v>189.3856219226054</c:v>
                </c:pt>
                <c:pt idx="3200">
                  <c:v>189.41741702396641</c:v>
                </c:pt>
                <c:pt idx="3201">
                  <c:v>189.4491987335164</c:v>
                </c:pt>
                <c:pt idx="3202">
                  <c:v>189.48097359692679</c:v>
                </c:pt>
                <c:pt idx="3203">
                  <c:v>189.51274707455499</c:v>
                </c:pt>
                <c:pt idx="3204">
                  <c:v>189.54452037716661</c:v>
                </c:pt>
                <c:pt idx="3205">
                  <c:v>189.57627886417171</c:v>
                </c:pt>
                <c:pt idx="3206">
                  <c:v>189.60803018232571</c:v>
                </c:pt>
                <c:pt idx="3207">
                  <c:v>189.63974990600249</c:v>
                </c:pt>
                <c:pt idx="3208">
                  <c:v>189.67146869654081</c:v>
                </c:pt>
                <c:pt idx="3209">
                  <c:v>189.7031720234983</c:v>
                </c:pt>
                <c:pt idx="3210">
                  <c:v>189.73485798337711</c:v>
                </c:pt>
                <c:pt idx="3211">
                  <c:v>189.76653558753739</c:v>
                </c:pt>
                <c:pt idx="3212">
                  <c:v>189.79820589367111</c:v>
                </c:pt>
                <c:pt idx="3213">
                  <c:v>189.8298726612407</c:v>
                </c:pt>
                <c:pt idx="3214">
                  <c:v>189.86153643011519</c:v>
                </c:pt>
                <c:pt idx="3215">
                  <c:v>189.89319169618889</c:v>
                </c:pt>
                <c:pt idx="3216">
                  <c:v>189.92483871607749</c:v>
                </c:pt>
                <c:pt idx="3217">
                  <c:v>189.95648191537049</c:v>
                </c:pt>
                <c:pt idx="3218">
                  <c:v>189.98811643437591</c:v>
                </c:pt>
                <c:pt idx="3219">
                  <c:v>190.01973972612561</c:v>
                </c:pt>
                <c:pt idx="3220">
                  <c:v>190.05135885188159</c:v>
                </c:pt>
                <c:pt idx="3221">
                  <c:v>190.08296930242511</c:v>
                </c:pt>
                <c:pt idx="3222">
                  <c:v>190.11457496886891</c:v>
                </c:pt>
                <c:pt idx="3223">
                  <c:v>190.14617183275959</c:v>
                </c:pt>
                <c:pt idx="3224">
                  <c:v>190.17776648706251</c:v>
                </c:pt>
                <c:pt idx="3225">
                  <c:v>190.2093437203647</c:v>
                </c:pt>
                <c:pt idx="3226">
                  <c:v>190.24090205914641</c:v>
                </c:pt>
                <c:pt idx="3227">
                  <c:v>190.27246038068211</c:v>
                </c:pt>
                <c:pt idx="3228">
                  <c:v>190.3039966340842</c:v>
                </c:pt>
                <c:pt idx="3229">
                  <c:v>190.33552390373441</c:v>
                </c:pt>
                <c:pt idx="3230">
                  <c:v>190.367028453524</c:v>
                </c:pt>
                <c:pt idx="3231">
                  <c:v>190.39853220109339</c:v>
                </c:pt>
                <c:pt idx="3232">
                  <c:v>190.43002986972061</c:v>
                </c:pt>
                <c:pt idx="3233">
                  <c:v>190.46150242349279</c:v>
                </c:pt>
                <c:pt idx="3234">
                  <c:v>190.49297008368791</c:v>
                </c:pt>
                <c:pt idx="3235">
                  <c:v>190.52442019406439</c:v>
                </c:pt>
                <c:pt idx="3236">
                  <c:v>190.55585854269279</c:v>
                </c:pt>
                <c:pt idx="3237">
                  <c:v>190.58729639153071</c:v>
                </c:pt>
                <c:pt idx="3238">
                  <c:v>190.6187254441177</c:v>
                </c:pt>
                <c:pt idx="3239">
                  <c:v>190.6501417804534</c:v>
                </c:pt>
                <c:pt idx="3240">
                  <c:v>190.68153554564219</c:v>
                </c:pt>
                <c:pt idx="3241">
                  <c:v>190.71292887238889</c:v>
                </c:pt>
                <c:pt idx="3242">
                  <c:v>190.74431600738771</c:v>
                </c:pt>
                <c:pt idx="3243">
                  <c:v>190.77569987193809</c:v>
                </c:pt>
                <c:pt idx="3244">
                  <c:v>190.80708263090659</c:v>
                </c:pt>
                <c:pt idx="3245">
                  <c:v>190.83845732932389</c:v>
                </c:pt>
                <c:pt idx="3246">
                  <c:v>190.8697971808499</c:v>
                </c:pt>
                <c:pt idx="3247">
                  <c:v>190.9011310596556</c:v>
                </c:pt>
                <c:pt idx="3248">
                  <c:v>190.9324449436499</c:v>
                </c:pt>
                <c:pt idx="3249">
                  <c:v>190.96375453635511</c:v>
                </c:pt>
                <c:pt idx="3250">
                  <c:v>190.99506331020831</c:v>
                </c:pt>
                <c:pt idx="3251">
                  <c:v>191.02635324429761</c:v>
                </c:pt>
                <c:pt idx="3252">
                  <c:v>191.05763862513811</c:v>
                </c:pt>
                <c:pt idx="3253">
                  <c:v>191.08892067879981</c:v>
                </c:pt>
                <c:pt idx="3254">
                  <c:v>191.12018954323389</c:v>
                </c:pt>
                <c:pt idx="3255">
                  <c:v>191.15145692237741</c:v>
                </c:pt>
                <c:pt idx="3256">
                  <c:v>191.18270719904069</c:v>
                </c:pt>
                <c:pt idx="3257">
                  <c:v>191.21394614078571</c:v>
                </c:pt>
                <c:pt idx="3258">
                  <c:v>191.2451778327391</c:v>
                </c:pt>
                <c:pt idx="3259">
                  <c:v>191.27640942875479</c:v>
                </c:pt>
                <c:pt idx="3260">
                  <c:v>191.30763658807911</c:v>
                </c:pt>
                <c:pt idx="3261">
                  <c:v>191.3388571113837</c:v>
                </c:pt>
                <c:pt idx="3262">
                  <c:v>191.37006670347489</c:v>
                </c:pt>
                <c:pt idx="3263">
                  <c:v>191.40125678660269</c:v>
                </c:pt>
                <c:pt idx="3264">
                  <c:v>191.43244226108601</c:v>
                </c:pt>
                <c:pt idx="3265">
                  <c:v>191.4636197944034</c:v>
                </c:pt>
                <c:pt idx="3266">
                  <c:v>191.4947969792066</c:v>
                </c:pt>
                <c:pt idx="3267">
                  <c:v>191.52596197463549</c:v>
                </c:pt>
                <c:pt idx="3268">
                  <c:v>191.55712160031871</c:v>
                </c:pt>
                <c:pt idx="3269">
                  <c:v>191.58827900679239</c:v>
                </c:pt>
                <c:pt idx="3270">
                  <c:v>191.61943618214701</c:v>
                </c:pt>
                <c:pt idx="3271">
                  <c:v>191.65057684567711</c:v>
                </c:pt>
                <c:pt idx="3272">
                  <c:v>191.6817157211002</c:v>
                </c:pt>
                <c:pt idx="3273">
                  <c:v>191.71282911928679</c:v>
                </c:pt>
                <c:pt idx="3274">
                  <c:v>191.7439259391935</c:v>
                </c:pt>
                <c:pt idx="3275">
                  <c:v>191.77501739547901</c:v>
                </c:pt>
                <c:pt idx="3276">
                  <c:v>191.80609728369399</c:v>
                </c:pt>
                <c:pt idx="3277">
                  <c:v>191.83717332674789</c:v>
                </c:pt>
                <c:pt idx="3278">
                  <c:v>191.8682469207418</c:v>
                </c:pt>
                <c:pt idx="3279">
                  <c:v>191.89931675552361</c:v>
                </c:pt>
                <c:pt idx="3280">
                  <c:v>191.93036718905171</c:v>
                </c:pt>
                <c:pt idx="3281">
                  <c:v>191.96140640873529</c:v>
                </c:pt>
                <c:pt idx="3282">
                  <c:v>191.99241669576719</c:v>
                </c:pt>
                <c:pt idx="3283">
                  <c:v>192.02342222478671</c:v>
                </c:pt>
                <c:pt idx="3284">
                  <c:v>192.05441088420099</c:v>
                </c:pt>
                <c:pt idx="3285">
                  <c:v>192.08539841886201</c:v>
                </c:pt>
                <c:pt idx="3286">
                  <c:v>192.11637937694479</c:v>
                </c:pt>
                <c:pt idx="3287">
                  <c:v>192.14735368318861</c:v>
                </c:pt>
                <c:pt idx="3288">
                  <c:v>192.17831453218409</c:v>
                </c:pt>
                <c:pt idx="3289">
                  <c:v>192.20927389147749</c:v>
                </c:pt>
                <c:pt idx="3290">
                  <c:v>192.2402280638741</c:v>
                </c:pt>
                <c:pt idx="3291">
                  <c:v>192.2711710382865</c:v>
                </c:pt>
                <c:pt idx="3292">
                  <c:v>192.30210270160671</c:v>
                </c:pt>
                <c:pt idx="3293">
                  <c:v>192.33303313285529</c:v>
                </c:pt>
                <c:pt idx="3294">
                  <c:v>192.3639618063753</c:v>
                </c:pt>
                <c:pt idx="3295">
                  <c:v>192.39488510049361</c:v>
                </c:pt>
                <c:pt idx="3296">
                  <c:v>192.4257762458715</c:v>
                </c:pt>
                <c:pt idx="3297">
                  <c:v>192.45665727847731</c:v>
                </c:pt>
                <c:pt idx="3298">
                  <c:v>192.4875293223393</c:v>
                </c:pt>
                <c:pt idx="3299">
                  <c:v>192.5183986433139</c:v>
                </c:pt>
                <c:pt idx="3300">
                  <c:v>192.5492574739479</c:v>
                </c:pt>
                <c:pt idx="3301">
                  <c:v>192.5801158441451</c:v>
                </c:pt>
                <c:pt idx="3302">
                  <c:v>192.6109677342821</c:v>
                </c:pt>
                <c:pt idx="3303">
                  <c:v>192.64181506780639</c:v>
                </c:pt>
                <c:pt idx="3304">
                  <c:v>192.67265392791009</c:v>
                </c:pt>
                <c:pt idx="3305">
                  <c:v>192.70348644758241</c:v>
                </c:pt>
                <c:pt idx="3306">
                  <c:v>192.7343139685934</c:v>
                </c:pt>
                <c:pt idx="3307">
                  <c:v>192.76513827602</c:v>
                </c:pt>
                <c:pt idx="3308">
                  <c:v>192.7959621446459</c:v>
                </c:pt>
                <c:pt idx="3309">
                  <c:v>192.8267814518324</c:v>
                </c:pt>
                <c:pt idx="3310">
                  <c:v>192.85756786729681</c:v>
                </c:pt>
                <c:pt idx="3311">
                  <c:v>192.888350340801</c:v>
                </c:pt>
                <c:pt idx="3312">
                  <c:v>192.9191303573289</c:v>
                </c:pt>
                <c:pt idx="3313">
                  <c:v>192.94990839263099</c:v>
                </c:pt>
                <c:pt idx="3314">
                  <c:v>192.98068012917881</c:v>
                </c:pt>
                <c:pt idx="3315">
                  <c:v>193.0114476780264</c:v>
                </c:pt>
                <c:pt idx="3316">
                  <c:v>193.0422114240223</c:v>
                </c:pt>
                <c:pt idx="3317">
                  <c:v>193.07297502812071</c:v>
                </c:pt>
                <c:pt idx="3318">
                  <c:v>193.1037378379477</c:v>
                </c:pt>
                <c:pt idx="3319">
                  <c:v>193.1344940480347</c:v>
                </c:pt>
                <c:pt idx="3320">
                  <c:v>193.16524867019049</c:v>
                </c:pt>
                <c:pt idx="3321">
                  <c:v>193.1960012035203</c:v>
                </c:pt>
                <c:pt idx="3322">
                  <c:v>193.22673291920159</c:v>
                </c:pt>
                <c:pt idx="3323">
                  <c:v>193.25746248323239</c:v>
                </c:pt>
                <c:pt idx="3324">
                  <c:v>193.28818979239901</c:v>
                </c:pt>
                <c:pt idx="3325">
                  <c:v>193.3189138280263</c:v>
                </c:pt>
                <c:pt idx="3326">
                  <c:v>193.3496237902277</c:v>
                </c:pt>
                <c:pt idx="3327">
                  <c:v>193.38031908701311</c:v>
                </c:pt>
                <c:pt idx="3328">
                  <c:v>193.41100672405179</c:v>
                </c:pt>
                <c:pt idx="3329">
                  <c:v>193.44168732271089</c:v>
                </c:pt>
                <c:pt idx="3330">
                  <c:v>193.4723658874139</c:v>
                </c:pt>
                <c:pt idx="3331">
                  <c:v>193.50303728481359</c:v>
                </c:pt>
                <c:pt idx="3332">
                  <c:v>193.533673001067</c:v>
                </c:pt>
                <c:pt idx="3333">
                  <c:v>193.564307978984</c:v>
                </c:pt>
                <c:pt idx="3334">
                  <c:v>193.5949422739038</c:v>
                </c:pt>
                <c:pt idx="3335">
                  <c:v>193.6255758986552</c:v>
                </c:pt>
                <c:pt idx="3336">
                  <c:v>193.65618069156361</c:v>
                </c:pt>
                <c:pt idx="3337">
                  <c:v>193.6867732472362</c:v>
                </c:pt>
                <c:pt idx="3338">
                  <c:v>193.71735784277161</c:v>
                </c:pt>
                <c:pt idx="3339">
                  <c:v>193.7479303829883</c:v>
                </c:pt>
                <c:pt idx="3340">
                  <c:v>193.77849057307739</c:v>
                </c:pt>
                <c:pt idx="3341">
                  <c:v>193.80904499623341</c:v>
                </c:pt>
                <c:pt idx="3342">
                  <c:v>193.83959281662729</c:v>
                </c:pt>
                <c:pt idx="3343">
                  <c:v>193.87013989518789</c:v>
                </c:pt>
                <c:pt idx="3344">
                  <c:v>193.90067851180689</c:v>
                </c:pt>
                <c:pt idx="3345">
                  <c:v>193.93121690077331</c:v>
                </c:pt>
                <c:pt idx="3346">
                  <c:v>193.96175152729589</c:v>
                </c:pt>
                <c:pt idx="3347">
                  <c:v>193.99227832567351</c:v>
                </c:pt>
                <c:pt idx="3348">
                  <c:v>194.02280412043581</c:v>
                </c:pt>
                <c:pt idx="3349">
                  <c:v>194.05330689733989</c:v>
                </c:pt>
                <c:pt idx="3350">
                  <c:v>194.08379322485581</c:v>
                </c:pt>
                <c:pt idx="3351">
                  <c:v>194.11426146840449</c:v>
                </c:pt>
                <c:pt idx="3352">
                  <c:v>194.14470226099519</c:v>
                </c:pt>
                <c:pt idx="3353">
                  <c:v>194.17514021386921</c:v>
                </c:pt>
                <c:pt idx="3354">
                  <c:v>194.20556159298931</c:v>
                </c:pt>
                <c:pt idx="3355">
                  <c:v>194.23598051156699</c:v>
                </c:pt>
                <c:pt idx="3356">
                  <c:v>194.26639902799189</c:v>
                </c:pt>
                <c:pt idx="3357">
                  <c:v>194.29680326329279</c:v>
                </c:pt>
                <c:pt idx="3358">
                  <c:v>194.32720735894961</c:v>
                </c:pt>
                <c:pt idx="3359">
                  <c:v>194.35759717789281</c:v>
                </c:pt>
                <c:pt idx="3360">
                  <c:v>194.38798312127511</c:v>
                </c:pt>
                <c:pt idx="3361">
                  <c:v>194.41836005304799</c:v>
                </c:pt>
                <c:pt idx="3362">
                  <c:v>194.44873631886901</c:v>
                </c:pt>
                <c:pt idx="3363">
                  <c:v>194.47909399820699</c:v>
                </c:pt>
                <c:pt idx="3364">
                  <c:v>194.5094462040762</c:v>
                </c:pt>
                <c:pt idx="3365">
                  <c:v>194.53977604472519</c:v>
                </c:pt>
                <c:pt idx="3366">
                  <c:v>194.5700852302524</c:v>
                </c:pt>
                <c:pt idx="3367">
                  <c:v>194.60039352230581</c:v>
                </c:pt>
                <c:pt idx="3368">
                  <c:v>194.63068550492261</c:v>
                </c:pt>
                <c:pt idx="3369">
                  <c:v>194.66096315636639</c:v>
                </c:pt>
                <c:pt idx="3370">
                  <c:v>194.69123726535889</c:v>
                </c:pt>
                <c:pt idx="3371">
                  <c:v>194.72150964404869</c:v>
                </c:pt>
                <c:pt idx="3372">
                  <c:v>194.75177965892581</c:v>
                </c:pt>
                <c:pt idx="3373">
                  <c:v>194.7820402430126</c:v>
                </c:pt>
                <c:pt idx="3374">
                  <c:v>194.81229344041549</c:v>
                </c:pt>
                <c:pt idx="3375">
                  <c:v>194.84254621374961</c:v>
                </c:pt>
                <c:pt idx="3376">
                  <c:v>194.87278152129119</c:v>
                </c:pt>
                <c:pt idx="3377">
                  <c:v>194.90300866736939</c:v>
                </c:pt>
                <c:pt idx="3378">
                  <c:v>194.93323308604681</c:v>
                </c:pt>
                <c:pt idx="3379">
                  <c:v>194.96345301748929</c:v>
                </c:pt>
                <c:pt idx="3380">
                  <c:v>194.9936713016431</c:v>
                </c:pt>
                <c:pt idx="3381">
                  <c:v>195.02388144028609</c:v>
                </c:pt>
                <c:pt idx="3382">
                  <c:v>195.05407927209129</c:v>
                </c:pt>
                <c:pt idx="3383">
                  <c:v>195.08425798533051</c:v>
                </c:pt>
                <c:pt idx="3384">
                  <c:v>195.11442332153061</c:v>
                </c:pt>
                <c:pt idx="3385">
                  <c:v>195.14458192091351</c:v>
                </c:pt>
                <c:pt idx="3386">
                  <c:v>195.17473069507631</c:v>
                </c:pt>
                <c:pt idx="3387">
                  <c:v>195.20486498300201</c:v>
                </c:pt>
                <c:pt idx="3388">
                  <c:v>195.23499615392859</c:v>
                </c:pt>
                <c:pt idx="3389">
                  <c:v>195.26508596911529</c:v>
                </c:pt>
                <c:pt idx="3390">
                  <c:v>195.29517553522891</c:v>
                </c:pt>
                <c:pt idx="3391">
                  <c:v>195.32526197995469</c:v>
                </c:pt>
                <c:pt idx="3392">
                  <c:v>195.35534490392359</c:v>
                </c:pt>
                <c:pt idx="3393">
                  <c:v>195.385425153912</c:v>
                </c:pt>
                <c:pt idx="3394">
                  <c:v>195.4154974387892</c:v>
                </c:pt>
                <c:pt idx="3395">
                  <c:v>195.4455575473412</c:v>
                </c:pt>
                <c:pt idx="3396">
                  <c:v>195.47556582205729</c:v>
                </c:pt>
                <c:pt idx="3397">
                  <c:v>195.50555919372451</c:v>
                </c:pt>
                <c:pt idx="3398">
                  <c:v>195.53555184671021</c:v>
                </c:pt>
                <c:pt idx="3399">
                  <c:v>195.56554006448499</c:v>
                </c:pt>
                <c:pt idx="3400">
                  <c:v>195.59552547822571</c:v>
                </c:pt>
                <c:pt idx="3401">
                  <c:v>195.62550225483861</c:v>
                </c:pt>
                <c:pt idx="3402">
                  <c:v>195.6554736784777</c:v>
                </c:pt>
                <c:pt idx="3403">
                  <c:v>195.68543798678701</c:v>
                </c:pt>
                <c:pt idx="3404">
                  <c:v>195.7153985983675</c:v>
                </c:pt>
                <c:pt idx="3405">
                  <c:v>195.74535657294641</c:v>
                </c:pt>
                <c:pt idx="3406">
                  <c:v>195.77530967021909</c:v>
                </c:pt>
                <c:pt idx="3407">
                  <c:v>195.80526240211461</c:v>
                </c:pt>
                <c:pt idx="3408">
                  <c:v>195.83520973080849</c:v>
                </c:pt>
                <c:pt idx="3409">
                  <c:v>195.86513516738481</c:v>
                </c:pt>
                <c:pt idx="3410">
                  <c:v>195.8950509122746</c:v>
                </c:pt>
                <c:pt idx="3411">
                  <c:v>195.92494539935379</c:v>
                </c:pt>
                <c:pt idx="3412">
                  <c:v>195.9548308896978</c:v>
                </c:pt>
                <c:pt idx="3413">
                  <c:v>195.9847130848899</c:v>
                </c:pt>
                <c:pt idx="3414">
                  <c:v>196.0145874385137</c:v>
                </c:pt>
                <c:pt idx="3415">
                  <c:v>196.04445133730979</c:v>
                </c:pt>
                <c:pt idx="3416">
                  <c:v>196.07431201455239</c:v>
                </c:pt>
                <c:pt idx="3417">
                  <c:v>196.10416630051321</c:v>
                </c:pt>
                <c:pt idx="3418">
                  <c:v>196.13401248359759</c:v>
                </c:pt>
                <c:pt idx="3419">
                  <c:v>196.16385019239581</c:v>
                </c:pt>
                <c:pt idx="3420">
                  <c:v>196.19367345936661</c:v>
                </c:pt>
                <c:pt idx="3421">
                  <c:v>196.2234920486394</c:v>
                </c:pt>
                <c:pt idx="3422">
                  <c:v>196.2533008112772</c:v>
                </c:pt>
                <c:pt idx="3423">
                  <c:v>196.28310715943289</c:v>
                </c:pt>
                <c:pt idx="3424">
                  <c:v>196.31290314859351</c:v>
                </c:pt>
                <c:pt idx="3425">
                  <c:v>196.3426887884898</c:v>
                </c:pt>
                <c:pt idx="3426">
                  <c:v>196.37245612143909</c:v>
                </c:pt>
                <c:pt idx="3427">
                  <c:v>196.40221870821659</c:v>
                </c:pt>
                <c:pt idx="3428">
                  <c:v>196.4319743606024</c:v>
                </c:pt>
                <c:pt idx="3429">
                  <c:v>196.46171502351959</c:v>
                </c:pt>
                <c:pt idx="3430">
                  <c:v>196.49145424283941</c:v>
                </c:pt>
                <c:pt idx="3431">
                  <c:v>196.52113523648819</c:v>
                </c:pt>
                <c:pt idx="3432">
                  <c:v>196.5508114190952</c:v>
                </c:pt>
                <c:pt idx="3433">
                  <c:v>196.58043997219599</c:v>
                </c:pt>
                <c:pt idx="3434">
                  <c:v>196.61004156142849</c:v>
                </c:pt>
                <c:pt idx="3435">
                  <c:v>196.639633430744</c:v>
                </c:pt>
                <c:pt idx="3436">
                  <c:v>196.66921631411981</c:v>
                </c:pt>
                <c:pt idx="3437">
                  <c:v>196.6987888660187</c:v>
                </c:pt>
                <c:pt idx="3438">
                  <c:v>196.72835910182249</c:v>
                </c:pt>
                <c:pt idx="3439">
                  <c:v>196.75792580589649</c:v>
                </c:pt>
                <c:pt idx="3440">
                  <c:v>196.78749087132621</c:v>
                </c:pt>
                <c:pt idx="3441">
                  <c:v>196.81702029242689</c:v>
                </c:pt>
                <c:pt idx="3442">
                  <c:v>196.84654591348041</c:v>
                </c:pt>
                <c:pt idx="3443">
                  <c:v>196.8760714250287</c:v>
                </c:pt>
                <c:pt idx="3444">
                  <c:v>196.90559690044489</c:v>
                </c:pt>
                <c:pt idx="3445">
                  <c:v>196.93511295548919</c:v>
                </c:pt>
                <c:pt idx="3446">
                  <c:v>196.96462865567389</c:v>
                </c:pt>
                <c:pt idx="3447">
                  <c:v>196.99413943437801</c:v>
                </c:pt>
                <c:pt idx="3448">
                  <c:v>197.02364931763589</c:v>
                </c:pt>
                <c:pt idx="3449">
                  <c:v>197.05314842903539</c:v>
                </c:pt>
                <c:pt idx="3450">
                  <c:v>197.08264294280619</c:v>
                </c:pt>
                <c:pt idx="3451">
                  <c:v>197.1121286291353</c:v>
                </c:pt>
                <c:pt idx="3452">
                  <c:v>197.14161229640641</c:v>
                </c:pt>
                <c:pt idx="3453">
                  <c:v>197.17105745006839</c:v>
                </c:pt>
                <c:pt idx="3454">
                  <c:v>197.2004726566168</c:v>
                </c:pt>
                <c:pt idx="3455">
                  <c:v>197.22982972709491</c:v>
                </c:pt>
                <c:pt idx="3456">
                  <c:v>197.25918580215281</c:v>
                </c:pt>
                <c:pt idx="3457">
                  <c:v>197.28853373328681</c:v>
                </c:pt>
                <c:pt idx="3458">
                  <c:v>197.31786258061911</c:v>
                </c:pt>
                <c:pt idx="3459">
                  <c:v>197.3471909726189</c:v>
                </c:pt>
                <c:pt idx="3460">
                  <c:v>197.37651342122771</c:v>
                </c:pt>
                <c:pt idx="3461">
                  <c:v>197.40582887603409</c:v>
                </c:pt>
                <c:pt idx="3462">
                  <c:v>197.43513840691759</c:v>
                </c:pt>
                <c:pt idx="3463">
                  <c:v>197.46444549544751</c:v>
                </c:pt>
                <c:pt idx="3464">
                  <c:v>197.49374886007871</c:v>
                </c:pt>
                <c:pt idx="3465">
                  <c:v>197.52303503588911</c:v>
                </c:pt>
                <c:pt idx="3466">
                  <c:v>197.552307302222</c:v>
                </c:pt>
                <c:pt idx="3467">
                  <c:v>197.58157411920101</c:v>
                </c:pt>
                <c:pt idx="3468">
                  <c:v>197.61083935581371</c:v>
                </c:pt>
                <c:pt idx="3469">
                  <c:v>197.64007923173031</c:v>
                </c:pt>
                <c:pt idx="3470">
                  <c:v>197.6693152495869</c:v>
                </c:pt>
                <c:pt idx="3471">
                  <c:v>197.6985418981989</c:v>
                </c:pt>
                <c:pt idx="3472">
                  <c:v>197.72776124196531</c:v>
                </c:pt>
                <c:pt idx="3473">
                  <c:v>197.75697321872559</c:v>
                </c:pt>
                <c:pt idx="3474">
                  <c:v>197.78617529993531</c:v>
                </c:pt>
                <c:pt idx="3475">
                  <c:v>197.81535695998139</c:v>
                </c:pt>
                <c:pt idx="3476">
                  <c:v>197.8445356486514</c:v>
                </c:pt>
                <c:pt idx="3477">
                  <c:v>197.87371162691181</c:v>
                </c:pt>
                <c:pt idx="3478">
                  <c:v>197.9028853893453</c:v>
                </c:pt>
                <c:pt idx="3479">
                  <c:v>197.93204088614391</c:v>
                </c:pt>
                <c:pt idx="3480">
                  <c:v>197.96117190008229</c:v>
                </c:pt>
                <c:pt idx="3481">
                  <c:v>197.99030214985561</c:v>
                </c:pt>
                <c:pt idx="3482">
                  <c:v>198.01943110001051</c:v>
                </c:pt>
                <c:pt idx="3483">
                  <c:v>198.048519369253</c:v>
                </c:pt>
                <c:pt idx="3484">
                  <c:v>198.07760269466209</c:v>
                </c:pt>
                <c:pt idx="3485">
                  <c:v>198.10667868956961</c:v>
                </c:pt>
                <c:pt idx="3486">
                  <c:v>198.13573204326579</c:v>
                </c:pt>
                <c:pt idx="3487">
                  <c:v>198.1647832953841</c:v>
                </c:pt>
                <c:pt idx="3488">
                  <c:v>198.19382922084631</c:v>
                </c:pt>
                <c:pt idx="3489">
                  <c:v>198.2228721977074</c:v>
                </c:pt>
                <c:pt idx="3490">
                  <c:v>198.25191072431011</c:v>
                </c:pt>
                <c:pt idx="3491">
                  <c:v>198.28093450961941</c:v>
                </c:pt>
                <c:pt idx="3492">
                  <c:v>198.30995451056941</c:v>
                </c:pt>
                <c:pt idx="3493">
                  <c:v>198.33897353651781</c:v>
                </c:pt>
                <c:pt idx="3494">
                  <c:v>198.36799092922811</c:v>
                </c:pt>
                <c:pt idx="3495">
                  <c:v>198.39700563605379</c:v>
                </c:pt>
                <c:pt idx="3496">
                  <c:v>198.426018018506</c:v>
                </c:pt>
                <c:pt idx="3497">
                  <c:v>198.4550229266043</c:v>
                </c:pt>
                <c:pt idx="3498">
                  <c:v>198.4840026453501</c:v>
                </c:pt>
                <c:pt idx="3499">
                  <c:v>198.5129794067488</c:v>
                </c:pt>
                <c:pt idx="3500">
                  <c:v>198.54195460628009</c:v>
                </c:pt>
                <c:pt idx="3501">
                  <c:v>198.57092718291139</c:v>
                </c:pt>
                <c:pt idx="3502">
                  <c:v>198.5998924950259</c:v>
                </c:pt>
                <c:pt idx="3503">
                  <c:v>198.62884405191929</c:v>
                </c:pt>
                <c:pt idx="3504">
                  <c:v>198.65779102537141</c:v>
                </c:pt>
                <c:pt idx="3505">
                  <c:v>198.68673784854809</c:v>
                </c:pt>
                <c:pt idx="3506">
                  <c:v>198.71568055429091</c:v>
                </c:pt>
                <c:pt idx="3507">
                  <c:v>198.74460151513529</c:v>
                </c:pt>
                <c:pt idx="3508">
                  <c:v>198.7734986207073</c:v>
                </c:pt>
                <c:pt idx="3509">
                  <c:v>198.8023886854279</c:v>
                </c:pt>
                <c:pt idx="3510">
                  <c:v>198.83126562918201</c:v>
                </c:pt>
                <c:pt idx="3511">
                  <c:v>198.8601348741991</c:v>
                </c:pt>
                <c:pt idx="3512">
                  <c:v>198.88899987290941</c:v>
                </c:pt>
                <c:pt idx="3513">
                  <c:v>198.9178451106782</c:v>
                </c:pt>
                <c:pt idx="3514">
                  <c:v>198.94668617737199</c:v>
                </c:pt>
                <c:pt idx="3515">
                  <c:v>198.97550515765849</c:v>
                </c:pt>
                <c:pt idx="3516">
                  <c:v>199.0043054684534</c:v>
                </c:pt>
                <c:pt idx="3517">
                  <c:v>199.03308670661659</c:v>
                </c:pt>
                <c:pt idx="3518">
                  <c:v>199.0618596930953</c:v>
                </c:pt>
                <c:pt idx="3519">
                  <c:v>199.09063255831961</c:v>
                </c:pt>
                <c:pt idx="3520">
                  <c:v>199.11939542195691</c:v>
                </c:pt>
                <c:pt idx="3521">
                  <c:v>199.14815178016289</c:v>
                </c:pt>
                <c:pt idx="3522">
                  <c:v>199.17689586202559</c:v>
                </c:pt>
                <c:pt idx="3523">
                  <c:v>199.2056370663727</c:v>
                </c:pt>
                <c:pt idx="3524">
                  <c:v>199.23437615380161</c:v>
                </c:pt>
                <c:pt idx="3525">
                  <c:v>199.26311086512291</c:v>
                </c:pt>
                <c:pt idx="3526">
                  <c:v>199.291834279276</c:v>
                </c:pt>
                <c:pt idx="3527">
                  <c:v>199.3205550294829</c:v>
                </c:pt>
                <c:pt idx="3528">
                  <c:v>199.349270194132</c:v>
                </c:pt>
                <c:pt idx="3529">
                  <c:v>199.37796812338419</c:v>
                </c:pt>
                <c:pt idx="3530">
                  <c:v>199.40664409534759</c:v>
                </c:pt>
                <c:pt idx="3531">
                  <c:v>199.43530933477601</c:v>
                </c:pt>
                <c:pt idx="3532">
                  <c:v>199.4639577098088</c:v>
                </c:pt>
                <c:pt idx="3533">
                  <c:v>199.4925901436512</c:v>
                </c:pt>
                <c:pt idx="3534">
                  <c:v>199.5212220896664</c:v>
                </c:pt>
                <c:pt idx="3535">
                  <c:v>199.54985386301351</c:v>
                </c:pt>
                <c:pt idx="3536">
                  <c:v>199.57848013952761</c:v>
                </c:pt>
                <c:pt idx="3537">
                  <c:v>199.60709085436889</c:v>
                </c:pt>
                <c:pt idx="3538">
                  <c:v>199.63570048293781</c:v>
                </c:pt>
                <c:pt idx="3539">
                  <c:v>199.66428333945149</c:v>
                </c:pt>
                <c:pt idx="3540">
                  <c:v>199.69285793087829</c:v>
                </c:pt>
                <c:pt idx="3541">
                  <c:v>199.72142778521999</c:v>
                </c:pt>
                <c:pt idx="3542">
                  <c:v>199.74999626947019</c:v>
                </c:pt>
                <c:pt idx="3543">
                  <c:v>199.7785433089627</c:v>
                </c:pt>
                <c:pt idx="3544">
                  <c:v>199.80708020813381</c:v>
                </c:pt>
                <c:pt idx="3545">
                  <c:v>199.8355920135634</c:v>
                </c:pt>
                <c:pt idx="3546">
                  <c:v>199.86409364053171</c:v>
                </c:pt>
                <c:pt idx="3547">
                  <c:v>199.89258805470789</c:v>
                </c:pt>
                <c:pt idx="3548">
                  <c:v>199.92108046362779</c:v>
                </c:pt>
                <c:pt idx="3549">
                  <c:v>199.94955945452779</c:v>
                </c:pt>
                <c:pt idx="3550">
                  <c:v>199.97802309948511</c:v>
                </c:pt>
                <c:pt idx="3551">
                  <c:v>200.00648521964581</c:v>
                </c:pt>
                <c:pt idx="3552">
                  <c:v>200.03494506576229</c:v>
                </c:pt>
                <c:pt idx="3553">
                  <c:v>200.06340409854511</c:v>
                </c:pt>
                <c:pt idx="3554">
                  <c:v>200.09186164192721</c:v>
                </c:pt>
                <c:pt idx="3555">
                  <c:v>200.1203114008818</c:v>
                </c:pt>
                <c:pt idx="3556">
                  <c:v>200.14874488407841</c:v>
                </c:pt>
                <c:pt idx="3557">
                  <c:v>200.17717715215491</c:v>
                </c:pt>
                <c:pt idx="3558">
                  <c:v>200.20560148760711</c:v>
                </c:pt>
                <c:pt idx="3559">
                  <c:v>200.23401732388399</c:v>
                </c:pt>
                <c:pt idx="3560">
                  <c:v>200.2624322259058</c:v>
                </c:pt>
                <c:pt idx="3561">
                  <c:v>200.2908373867939</c:v>
                </c:pt>
                <c:pt idx="3562">
                  <c:v>200.3192316234576</c:v>
                </c:pt>
                <c:pt idx="3563">
                  <c:v>200.34762251150491</c:v>
                </c:pt>
                <c:pt idx="3564">
                  <c:v>200.3760069468149</c:v>
                </c:pt>
                <c:pt idx="3565">
                  <c:v>200.40437444667049</c:v>
                </c:pt>
                <c:pt idx="3566">
                  <c:v>200.43273976723759</c:v>
                </c:pt>
                <c:pt idx="3567">
                  <c:v>200.46107905426541</c:v>
                </c:pt>
                <c:pt idx="3568">
                  <c:v>200.4893933554111</c:v>
                </c:pt>
                <c:pt idx="3569">
                  <c:v>200.51770639115409</c:v>
                </c:pt>
                <c:pt idx="3570">
                  <c:v>200.5460121105923</c:v>
                </c:pt>
                <c:pt idx="3571">
                  <c:v>200.5742863050294</c:v>
                </c:pt>
                <c:pt idx="3572">
                  <c:v>200.6025588543506</c:v>
                </c:pt>
                <c:pt idx="3573">
                  <c:v>200.6308270165874</c:v>
                </c:pt>
                <c:pt idx="3574">
                  <c:v>200.65907780641251</c:v>
                </c:pt>
                <c:pt idx="3575">
                  <c:v>200.68731534293141</c:v>
                </c:pt>
                <c:pt idx="3576">
                  <c:v>200.7155525407525</c:v>
                </c:pt>
                <c:pt idx="3577">
                  <c:v>200.74378704449819</c:v>
                </c:pt>
                <c:pt idx="3578">
                  <c:v>200.7720189986691</c:v>
                </c:pt>
                <c:pt idx="3579">
                  <c:v>200.80024587425959</c:v>
                </c:pt>
                <c:pt idx="3580">
                  <c:v>200.82847248962079</c:v>
                </c:pt>
                <c:pt idx="3581">
                  <c:v>200.8566902585286</c:v>
                </c:pt>
                <c:pt idx="3582">
                  <c:v>200.88490578853421</c:v>
                </c:pt>
                <c:pt idx="3583">
                  <c:v>200.91310398900239</c:v>
                </c:pt>
                <c:pt idx="3584">
                  <c:v>200.94126995058531</c:v>
                </c:pt>
                <c:pt idx="3585">
                  <c:v>200.9694348150762</c:v>
                </c:pt>
                <c:pt idx="3586">
                  <c:v>200.9975851854818</c:v>
                </c:pt>
                <c:pt idx="3587">
                  <c:v>201.02571825123661</c:v>
                </c:pt>
                <c:pt idx="3588">
                  <c:v>201.0538504484189</c:v>
                </c:pt>
                <c:pt idx="3589">
                  <c:v>201.08197844485451</c:v>
                </c:pt>
                <c:pt idx="3590">
                  <c:v>201.11009903865769</c:v>
                </c:pt>
                <c:pt idx="3591">
                  <c:v>201.13821524867501</c:v>
                </c:pt>
                <c:pt idx="3592">
                  <c:v>201.16632066028879</c:v>
                </c:pt>
                <c:pt idx="3593">
                  <c:v>201.19441183151989</c:v>
                </c:pt>
                <c:pt idx="3594">
                  <c:v>201.22248021418369</c:v>
                </c:pt>
                <c:pt idx="3595">
                  <c:v>201.2505463683257</c:v>
                </c:pt>
                <c:pt idx="3596">
                  <c:v>201.27861217723481</c:v>
                </c:pt>
                <c:pt idx="3597">
                  <c:v>201.30666642965471</c:v>
                </c:pt>
                <c:pt idx="3598">
                  <c:v>201.33472027651271</c:v>
                </c:pt>
                <c:pt idx="3599">
                  <c:v>201.36276181935199</c:v>
                </c:pt>
                <c:pt idx="3600">
                  <c:v>201.39077575026951</c:v>
                </c:pt>
                <c:pt idx="3601">
                  <c:v>201.418784476132</c:v>
                </c:pt>
                <c:pt idx="3602">
                  <c:v>201.44679012342439</c:v>
                </c:pt>
                <c:pt idx="3603">
                  <c:v>201.47477211532501</c:v>
                </c:pt>
                <c:pt idx="3604">
                  <c:v>201.50273007817981</c:v>
                </c:pt>
                <c:pt idx="3605">
                  <c:v>201.53068720844021</c:v>
                </c:pt>
                <c:pt idx="3606">
                  <c:v>201.55864062248199</c:v>
                </c:pt>
                <c:pt idx="3607">
                  <c:v>201.586580188987</c:v>
                </c:pt>
                <c:pt idx="3608">
                  <c:v>201.61451666122201</c:v>
                </c:pt>
                <c:pt idx="3609">
                  <c:v>201.64244821328859</c:v>
                </c:pt>
                <c:pt idx="3610">
                  <c:v>201.67037522060889</c:v>
                </c:pt>
                <c:pt idx="3611">
                  <c:v>201.6983014120481</c:v>
                </c:pt>
                <c:pt idx="3612">
                  <c:v>201.7262239052873</c:v>
                </c:pt>
                <c:pt idx="3613">
                  <c:v>201.7541428040492</c:v>
                </c:pt>
                <c:pt idx="3614">
                  <c:v>201.78205871095039</c:v>
                </c:pt>
                <c:pt idx="3615">
                  <c:v>201.80997086669419</c:v>
                </c:pt>
                <c:pt idx="3616">
                  <c:v>201.83786282373219</c:v>
                </c:pt>
                <c:pt idx="3617">
                  <c:v>201.86575357734679</c:v>
                </c:pt>
                <c:pt idx="3618">
                  <c:v>201.89363258935199</c:v>
                </c:pt>
                <c:pt idx="3619">
                  <c:v>201.92149448131369</c:v>
                </c:pt>
                <c:pt idx="3620">
                  <c:v>201.94934274533131</c:v>
                </c:pt>
                <c:pt idx="3621">
                  <c:v>201.97718141159029</c:v>
                </c:pt>
                <c:pt idx="3622">
                  <c:v>202.00501581261159</c:v>
                </c:pt>
                <c:pt idx="3623">
                  <c:v>202.03285008366191</c:v>
                </c:pt>
                <c:pt idx="3624">
                  <c:v>202.06067798772989</c:v>
                </c:pt>
                <c:pt idx="3625">
                  <c:v>202.08850464451459</c:v>
                </c:pt>
                <c:pt idx="3626">
                  <c:v>202.11632246453311</c:v>
                </c:pt>
                <c:pt idx="3627">
                  <c:v>202.14411823697921</c:v>
                </c:pt>
                <c:pt idx="3628">
                  <c:v>202.1719027376225</c:v>
                </c:pt>
                <c:pt idx="3629">
                  <c:v>202.1996865648168</c:v>
                </c:pt>
                <c:pt idx="3630">
                  <c:v>202.22745847571559</c:v>
                </c:pt>
                <c:pt idx="3631">
                  <c:v>202.25521681715489</c:v>
                </c:pt>
                <c:pt idx="3632">
                  <c:v>202.28297390403699</c:v>
                </c:pt>
                <c:pt idx="3633">
                  <c:v>202.3107172379712</c:v>
                </c:pt>
                <c:pt idx="3634">
                  <c:v>202.33846052842529</c:v>
                </c:pt>
                <c:pt idx="3635">
                  <c:v>202.36619818421701</c:v>
                </c:pt>
                <c:pt idx="3636">
                  <c:v>202.39393059261261</c:v>
                </c:pt>
                <c:pt idx="3637">
                  <c:v>202.42165884738441</c:v>
                </c:pt>
                <c:pt idx="3638">
                  <c:v>202.44937925424671</c:v>
                </c:pt>
                <c:pt idx="3639">
                  <c:v>202.47709302719599</c:v>
                </c:pt>
                <c:pt idx="3640">
                  <c:v>202.50479430998959</c:v>
                </c:pt>
                <c:pt idx="3641">
                  <c:v>202.53248976153179</c:v>
                </c:pt>
                <c:pt idx="3642">
                  <c:v>202.56018139937231</c:v>
                </c:pt>
                <c:pt idx="3643">
                  <c:v>202.58786298111221</c:v>
                </c:pt>
                <c:pt idx="3644">
                  <c:v>202.61554306720549</c:v>
                </c:pt>
                <c:pt idx="3645">
                  <c:v>202.64321935172191</c:v>
                </c:pt>
                <c:pt idx="3646">
                  <c:v>202.67089262131239</c:v>
                </c:pt>
                <c:pt idx="3647">
                  <c:v>202.69855829281209</c:v>
                </c:pt>
                <c:pt idx="3648">
                  <c:v>202.72620449018279</c:v>
                </c:pt>
                <c:pt idx="3649">
                  <c:v>202.75383319027259</c:v>
                </c:pt>
                <c:pt idx="3650">
                  <c:v>202.78145692870709</c:v>
                </c:pt>
                <c:pt idx="3651">
                  <c:v>202.80907810591731</c:v>
                </c:pt>
                <c:pt idx="3652">
                  <c:v>202.83667036387931</c:v>
                </c:pt>
                <c:pt idx="3653">
                  <c:v>202.86425547541691</c:v>
                </c:pt>
                <c:pt idx="3654">
                  <c:v>202.89183259444329</c:v>
                </c:pt>
                <c:pt idx="3655">
                  <c:v>202.91938645473331</c:v>
                </c:pt>
                <c:pt idx="3656">
                  <c:v>202.9469342080711</c:v>
                </c:pt>
                <c:pt idx="3657">
                  <c:v>202.9744564249763</c:v>
                </c:pt>
                <c:pt idx="3658">
                  <c:v>203.0019672853775</c:v>
                </c:pt>
                <c:pt idx="3659">
                  <c:v>203.0294621375613</c:v>
                </c:pt>
                <c:pt idx="3660">
                  <c:v>203.05693393221321</c:v>
                </c:pt>
                <c:pt idx="3661">
                  <c:v>203.08440125830609</c:v>
                </c:pt>
                <c:pt idx="3662">
                  <c:v>203.11186497568889</c:v>
                </c:pt>
                <c:pt idx="3663">
                  <c:v>203.1393268624266</c:v>
                </c:pt>
                <c:pt idx="3664">
                  <c:v>203.16678816920751</c:v>
                </c:pt>
                <c:pt idx="3665">
                  <c:v>203.19424674847409</c:v>
                </c:pt>
                <c:pt idx="3666">
                  <c:v>203.22169789911931</c:v>
                </c:pt>
                <c:pt idx="3667">
                  <c:v>203.24913616831969</c:v>
                </c:pt>
                <c:pt idx="3668">
                  <c:v>203.27657125676581</c:v>
                </c:pt>
                <c:pt idx="3669">
                  <c:v>203.30399996286741</c:v>
                </c:pt>
                <c:pt idx="3670">
                  <c:v>203.33142692328181</c:v>
                </c:pt>
                <c:pt idx="3671">
                  <c:v>203.35885157747381</c:v>
                </c:pt>
                <c:pt idx="3672">
                  <c:v>203.38625956310631</c:v>
                </c:pt>
                <c:pt idx="3673">
                  <c:v>203.41366381090549</c:v>
                </c:pt>
                <c:pt idx="3674">
                  <c:v>203.4410663355809</c:v>
                </c:pt>
                <c:pt idx="3675">
                  <c:v>203.46845401281089</c:v>
                </c:pt>
                <c:pt idx="3676">
                  <c:v>203.4958141456722</c:v>
                </c:pt>
                <c:pt idx="3677">
                  <c:v>203.52317144522669</c:v>
                </c:pt>
                <c:pt idx="3678">
                  <c:v>203.55052602308419</c:v>
                </c:pt>
                <c:pt idx="3679">
                  <c:v>203.5778802339141</c:v>
                </c:pt>
                <c:pt idx="3680">
                  <c:v>203.6052335760362</c:v>
                </c:pt>
                <c:pt idx="3681">
                  <c:v>203.6325711640674</c:v>
                </c:pt>
                <c:pt idx="3682">
                  <c:v>203.6598937892866</c:v>
                </c:pt>
                <c:pt idx="3683">
                  <c:v>203.6872154517315</c:v>
                </c:pt>
                <c:pt idx="3684">
                  <c:v>203.71453221844359</c:v>
                </c:pt>
                <c:pt idx="3685">
                  <c:v>203.74181719793299</c:v>
                </c:pt>
                <c:pt idx="3686">
                  <c:v>203.7691019722713</c:v>
                </c:pt>
                <c:pt idx="3687">
                  <c:v>203.79637858165029</c:v>
                </c:pt>
                <c:pt idx="3688">
                  <c:v>203.8236464864564</c:v>
                </c:pt>
                <c:pt idx="3689">
                  <c:v>203.8508949337498</c:v>
                </c:pt>
                <c:pt idx="3690">
                  <c:v>203.87813385703231</c:v>
                </c:pt>
                <c:pt idx="3691">
                  <c:v>203.90537021873729</c:v>
                </c:pt>
                <c:pt idx="3692">
                  <c:v>203.9325876288159</c:v>
                </c:pt>
                <c:pt idx="3693">
                  <c:v>203.95980305866561</c:v>
                </c:pt>
                <c:pt idx="3694">
                  <c:v>203.98699525960859</c:v>
                </c:pt>
                <c:pt idx="3695">
                  <c:v>204.01417564616941</c:v>
                </c:pt>
                <c:pt idx="3696">
                  <c:v>204.04135382417121</c:v>
                </c:pt>
                <c:pt idx="3697">
                  <c:v>204.06852635141871</c:v>
                </c:pt>
                <c:pt idx="3698">
                  <c:v>204.09569697249239</c:v>
                </c:pt>
                <c:pt idx="3699">
                  <c:v>204.12285995702311</c:v>
                </c:pt>
                <c:pt idx="3700">
                  <c:v>204.15000549028619</c:v>
                </c:pt>
                <c:pt idx="3701">
                  <c:v>204.1771470828003</c:v>
                </c:pt>
                <c:pt idx="3702">
                  <c:v>204.20428464350451</c:v>
                </c:pt>
                <c:pt idx="3703">
                  <c:v>204.231414762063</c:v>
                </c:pt>
                <c:pt idx="3704">
                  <c:v>204.2585431518327</c:v>
                </c:pt>
                <c:pt idx="3705">
                  <c:v>204.28566799961851</c:v>
                </c:pt>
                <c:pt idx="3706">
                  <c:v>204.31277787231821</c:v>
                </c:pt>
                <c:pt idx="3707">
                  <c:v>204.33988669153069</c:v>
                </c:pt>
                <c:pt idx="3708">
                  <c:v>204.3669895635613</c:v>
                </c:pt>
                <c:pt idx="3709">
                  <c:v>204.39407355125479</c:v>
                </c:pt>
                <c:pt idx="3710">
                  <c:v>204.4211572693151</c:v>
                </c:pt>
                <c:pt idx="3711">
                  <c:v>204.44822885804899</c:v>
                </c:pt>
                <c:pt idx="3712">
                  <c:v>204.47528476289801</c:v>
                </c:pt>
                <c:pt idx="3713">
                  <c:v>204.50234034342711</c:v>
                </c:pt>
                <c:pt idx="3714">
                  <c:v>204.5293739102278</c:v>
                </c:pt>
                <c:pt idx="3715">
                  <c:v>204.55640678245749</c:v>
                </c:pt>
                <c:pt idx="3716">
                  <c:v>204.58342740700931</c:v>
                </c:pt>
                <c:pt idx="3717">
                  <c:v>204.6104479443359</c:v>
                </c:pt>
                <c:pt idx="3718">
                  <c:v>204.63746729489699</c:v>
                </c:pt>
                <c:pt idx="3719">
                  <c:v>204.66448577632119</c:v>
                </c:pt>
                <c:pt idx="3720">
                  <c:v>204.691499473097</c:v>
                </c:pt>
                <c:pt idx="3721">
                  <c:v>204.71848090718439</c:v>
                </c:pt>
                <c:pt idx="3722">
                  <c:v>204.74544407303131</c:v>
                </c:pt>
                <c:pt idx="3723">
                  <c:v>204.7723997122707</c:v>
                </c:pt>
                <c:pt idx="3724">
                  <c:v>204.79935523336539</c:v>
                </c:pt>
                <c:pt idx="3725">
                  <c:v>204.82630999227041</c:v>
                </c:pt>
                <c:pt idx="3726">
                  <c:v>204.85325708977621</c:v>
                </c:pt>
                <c:pt idx="3727">
                  <c:v>204.88018573666059</c:v>
                </c:pt>
                <c:pt idx="3728">
                  <c:v>204.90711349915691</c:v>
                </c:pt>
                <c:pt idx="3729">
                  <c:v>204.93402987612961</c:v>
                </c:pt>
                <c:pt idx="3730">
                  <c:v>204.9609359020312</c:v>
                </c:pt>
                <c:pt idx="3731">
                  <c:v>204.98781537839389</c:v>
                </c:pt>
                <c:pt idx="3732">
                  <c:v>205.01468384220959</c:v>
                </c:pt>
                <c:pt idx="3733">
                  <c:v>205.04154817239211</c:v>
                </c:pt>
                <c:pt idx="3734">
                  <c:v>205.06840964707121</c:v>
                </c:pt>
                <c:pt idx="3735">
                  <c:v>205.09526692259439</c:v>
                </c:pt>
                <c:pt idx="3736">
                  <c:v>205.12210337568411</c:v>
                </c:pt>
                <c:pt idx="3737">
                  <c:v>205.14893314211719</c:v>
                </c:pt>
                <c:pt idx="3738">
                  <c:v>205.17575844442331</c:v>
                </c:pt>
                <c:pt idx="3739">
                  <c:v>205.20257319446671</c:v>
                </c:pt>
                <c:pt idx="3740">
                  <c:v>205.2293875622421</c:v>
                </c:pt>
                <c:pt idx="3741">
                  <c:v>205.25619301689071</c:v>
                </c:pt>
                <c:pt idx="3742">
                  <c:v>205.2829900055016</c:v>
                </c:pt>
                <c:pt idx="3743">
                  <c:v>205.30978597933361</c:v>
                </c:pt>
                <c:pt idx="3744">
                  <c:v>205.33657709418671</c:v>
                </c:pt>
                <c:pt idx="3745">
                  <c:v>205.3633559827272</c:v>
                </c:pt>
                <c:pt idx="3746">
                  <c:v>205.3900906419029</c:v>
                </c:pt>
                <c:pt idx="3747">
                  <c:v>205.41681632855159</c:v>
                </c:pt>
                <c:pt idx="3748">
                  <c:v>205.44352291804549</c:v>
                </c:pt>
                <c:pt idx="3749">
                  <c:v>205.47022943586049</c:v>
                </c:pt>
                <c:pt idx="3750">
                  <c:v>205.496923927739</c:v>
                </c:pt>
                <c:pt idx="3751">
                  <c:v>205.52360668533649</c:v>
                </c:pt>
                <c:pt idx="3752">
                  <c:v>205.55028678830149</c:v>
                </c:pt>
                <c:pt idx="3753">
                  <c:v>205.57696550331301</c:v>
                </c:pt>
                <c:pt idx="3754">
                  <c:v>205.6036407295195</c:v>
                </c:pt>
                <c:pt idx="3755">
                  <c:v>205.63031452212999</c:v>
                </c:pt>
                <c:pt idx="3756">
                  <c:v>205.65698337308231</c:v>
                </c:pt>
                <c:pt idx="3757">
                  <c:v>205.6836501184531</c:v>
                </c:pt>
                <c:pt idx="3758">
                  <c:v>205.7103163876063</c:v>
                </c:pt>
                <c:pt idx="3759">
                  <c:v>205.73697979909679</c:v>
                </c:pt>
                <c:pt idx="3760">
                  <c:v>205.76362903905331</c:v>
                </c:pt>
                <c:pt idx="3761">
                  <c:v>205.79027719576871</c:v>
                </c:pt>
                <c:pt idx="3762">
                  <c:v>205.81692072182409</c:v>
                </c:pt>
                <c:pt idx="3763">
                  <c:v>205.8435534633513</c:v>
                </c:pt>
                <c:pt idx="3764">
                  <c:v>205.87018596855799</c:v>
                </c:pt>
                <c:pt idx="3765">
                  <c:v>205.8968028035774</c:v>
                </c:pt>
                <c:pt idx="3766">
                  <c:v>205.9234133641842</c:v>
                </c:pt>
                <c:pt idx="3767">
                  <c:v>205.9500052040045</c:v>
                </c:pt>
                <c:pt idx="3768">
                  <c:v>205.97659044605749</c:v>
                </c:pt>
                <c:pt idx="3769">
                  <c:v>206.00316512035101</c:v>
                </c:pt>
                <c:pt idx="3770">
                  <c:v>206.02973293820861</c:v>
                </c:pt>
                <c:pt idx="3771">
                  <c:v>206.0562737127425</c:v>
                </c:pt>
                <c:pt idx="3772">
                  <c:v>206.08277363582749</c:v>
                </c:pt>
                <c:pt idx="3773">
                  <c:v>206.1092603654692</c:v>
                </c:pt>
                <c:pt idx="3774">
                  <c:v>206.13573534015029</c:v>
                </c:pt>
                <c:pt idx="3775">
                  <c:v>206.16215876386471</c:v>
                </c:pt>
                <c:pt idx="3776">
                  <c:v>206.18858065036289</c:v>
                </c:pt>
                <c:pt idx="3777">
                  <c:v>206.21499601317871</c:v>
                </c:pt>
                <c:pt idx="3778">
                  <c:v>206.2414033950925</c:v>
                </c:pt>
                <c:pt idx="3779">
                  <c:v>206.2678094847733</c:v>
                </c:pt>
                <c:pt idx="3780">
                  <c:v>206.29421353882569</c:v>
                </c:pt>
                <c:pt idx="3781">
                  <c:v>206.32061577962071</c:v>
                </c:pt>
                <c:pt idx="3782">
                  <c:v>206.34701018514471</c:v>
                </c:pt>
                <c:pt idx="3783">
                  <c:v>206.37339669383761</c:v>
                </c:pt>
                <c:pt idx="3784">
                  <c:v>206.3997686824512</c:v>
                </c:pt>
                <c:pt idx="3785">
                  <c:v>206.4261175821195</c:v>
                </c:pt>
                <c:pt idx="3786">
                  <c:v>206.45246088457259</c:v>
                </c:pt>
                <c:pt idx="3787">
                  <c:v>206.47878158428631</c:v>
                </c:pt>
                <c:pt idx="3788">
                  <c:v>206.50508209375511</c:v>
                </c:pt>
                <c:pt idx="3789">
                  <c:v>206.53137534014979</c:v>
                </c:pt>
                <c:pt idx="3790">
                  <c:v>206.5576552173699</c:v>
                </c:pt>
                <c:pt idx="3791">
                  <c:v>206.58392071052339</c:v>
                </c:pt>
                <c:pt idx="3792">
                  <c:v>206.61016576910311</c:v>
                </c:pt>
                <c:pt idx="3793">
                  <c:v>206.6364067400456</c:v>
                </c:pt>
                <c:pt idx="3794">
                  <c:v>206.6626464410611</c:v>
                </c:pt>
                <c:pt idx="3795">
                  <c:v>206.68887682426839</c:v>
                </c:pt>
                <c:pt idx="3796">
                  <c:v>206.71509831631209</c:v>
                </c:pt>
                <c:pt idx="3797">
                  <c:v>206.74131261551619</c:v>
                </c:pt>
                <c:pt idx="3798">
                  <c:v>206.76752635907559</c:v>
                </c:pt>
                <c:pt idx="3799">
                  <c:v>206.79373756180809</c:v>
                </c:pt>
                <c:pt idx="3800">
                  <c:v>206.8199447048386</c:v>
                </c:pt>
                <c:pt idx="3801">
                  <c:v>206.84615095911741</c:v>
                </c:pt>
                <c:pt idx="3802">
                  <c:v>206.87231838669851</c:v>
                </c:pt>
                <c:pt idx="3803">
                  <c:v>206.89847090900241</c:v>
                </c:pt>
                <c:pt idx="3804">
                  <c:v>206.9246083295748</c:v>
                </c:pt>
                <c:pt idx="3805">
                  <c:v>206.9507322707116</c:v>
                </c:pt>
                <c:pt idx="3806">
                  <c:v>206.97684484370589</c:v>
                </c:pt>
                <c:pt idx="3807">
                  <c:v>207.00293831991411</c:v>
                </c:pt>
                <c:pt idx="3808">
                  <c:v>207.02900010635659</c:v>
                </c:pt>
                <c:pt idx="3809">
                  <c:v>207.0550482124363</c:v>
                </c:pt>
                <c:pt idx="3810">
                  <c:v>207.08109463846469</c:v>
                </c:pt>
                <c:pt idx="3811">
                  <c:v>207.1071173688394</c:v>
                </c:pt>
                <c:pt idx="3812">
                  <c:v>207.13313964272311</c:v>
                </c:pt>
                <c:pt idx="3813">
                  <c:v>207.15912630842499</c:v>
                </c:pt>
                <c:pt idx="3814">
                  <c:v>207.1851113578897</c:v>
                </c:pt>
                <c:pt idx="3815">
                  <c:v>207.21109605915419</c:v>
                </c:pt>
                <c:pt idx="3816">
                  <c:v>207.23707302687549</c:v>
                </c:pt>
                <c:pt idx="3817">
                  <c:v>207.26304754382161</c:v>
                </c:pt>
                <c:pt idx="3818">
                  <c:v>207.28899261342991</c:v>
                </c:pt>
                <c:pt idx="3819">
                  <c:v>207.3149367417918</c:v>
                </c:pt>
                <c:pt idx="3820">
                  <c:v>207.34086102806219</c:v>
                </c:pt>
                <c:pt idx="3821">
                  <c:v>207.3667824347184</c:v>
                </c:pt>
                <c:pt idx="3822">
                  <c:v>207.3926809470029</c:v>
                </c:pt>
                <c:pt idx="3823">
                  <c:v>207.4185750879526</c:v>
                </c:pt>
                <c:pt idx="3824">
                  <c:v>207.44444668020731</c:v>
                </c:pt>
                <c:pt idx="3825">
                  <c:v>207.4703173254351</c:v>
                </c:pt>
                <c:pt idx="3826">
                  <c:v>207.49618437463241</c:v>
                </c:pt>
                <c:pt idx="3827">
                  <c:v>207.52204421892759</c:v>
                </c:pt>
                <c:pt idx="3828">
                  <c:v>207.5478990572708</c:v>
                </c:pt>
                <c:pt idx="3829">
                  <c:v>207.5737495404901</c:v>
                </c:pt>
                <c:pt idx="3830">
                  <c:v>207.59959880888471</c:v>
                </c:pt>
                <c:pt idx="3831">
                  <c:v>207.6254346226776</c:v>
                </c:pt>
                <c:pt idx="3832">
                  <c:v>207.6512702861508</c:v>
                </c:pt>
                <c:pt idx="3833">
                  <c:v>207.677081996054</c:v>
                </c:pt>
                <c:pt idx="3834">
                  <c:v>207.70289347876439</c:v>
                </c:pt>
                <c:pt idx="3835">
                  <c:v>207.728690353845</c:v>
                </c:pt>
                <c:pt idx="3836">
                  <c:v>207.7544775156461</c:v>
                </c:pt>
                <c:pt idx="3837">
                  <c:v>207.78025392826419</c:v>
                </c:pt>
                <c:pt idx="3838">
                  <c:v>207.80602148421681</c:v>
                </c:pt>
                <c:pt idx="3839">
                  <c:v>207.83178284358391</c:v>
                </c:pt>
                <c:pt idx="3840">
                  <c:v>207.85754215472261</c:v>
                </c:pt>
                <c:pt idx="3841">
                  <c:v>207.88323794129889</c:v>
                </c:pt>
                <c:pt idx="3842">
                  <c:v>207.90892050362069</c:v>
                </c:pt>
                <c:pt idx="3843">
                  <c:v>207.9346004752496</c:v>
                </c:pt>
                <c:pt idx="3844">
                  <c:v>207.96025917582179</c:v>
                </c:pt>
                <c:pt idx="3845">
                  <c:v>207.98589616328701</c:v>
                </c:pt>
                <c:pt idx="3846">
                  <c:v>208.01151609675389</c:v>
                </c:pt>
                <c:pt idx="3847">
                  <c:v>208.03712799763801</c:v>
                </c:pt>
                <c:pt idx="3848">
                  <c:v>208.06273884324619</c:v>
                </c:pt>
                <c:pt idx="3849">
                  <c:v>208.08834616096539</c:v>
                </c:pt>
                <c:pt idx="3850">
                  <c:v>208.1139373015653</c:v>
                </c:pt>
                <c:pt idx="3851">
                  <c:v>208.1395057680493</c:v>
                </c:pt>
                <c:pt idx="3852">
                  <c:v>208.1650542607218</c:v>
                </c:pt>
                <c:pt idx="3853">
                  <c:v>208.19057298304071</c:v>
                </c:pt>
                <c:pt idx="3854">
                  <c:v>208.2160876723234</c:v>
                </c:pt>
                <c:pt idx="3855">
                  <c:v>208.24158103816191</c:v>
                </c:pt>
                <c:pt idx="3856">
                  <c:v>208.26706679317829</c:v>
                </c:pt>
                <c:pt idx="3857">
                  <c:v>208.29254570497639</c:v>
                </c:pt>
                <c:pt idx="3858">
                  <c:v>208.318005792348</c:v>
                </c:pt>
                <c:pt idx="3859">
                  <c:v>208.3434657544035</c:v>
                </c:pt>
                <c:pt idx="3860">
                  <c:v>208.36892552345279</c:v>
                </c:pt>
                <c:pt idx="3861">
                  <c:v>208.39438478145649</c:v>
                </c:pt>
                <c:pt idx="3862">
                  <c:v>208.41983938627021</c:v>
                </c:pt>
                <c:pt idx="3863">
                  <c:v>208.44529216035349</c:v>
                </c:pt>
                <c:pt idx="3864">
                  <c:v>208.47073694837979</c:v>
                </c:pt>
                <c:pt idx="3865">
                  <c:v>208.4961779028863</c:v>
                </c:pt>
                <c:pt idx="3866">
                  <c:v>208.5216178593636</c:v>
                </c:pt>
                <c:pt idx="3867">
                  <c:v>208.54704534882981</c:v>
                </c:pt>
                <c:pt idx="3868">
                  <c:v>208.57244025107829</c:v>
                </c:pt>
                <c:pt idx="3869">
                  <c:v>208.59783469668929</c:v>
                </c:pt>
                <c:pt idx="3870">
                  <c:v>208.6232249313849</c:v>
                </c:pt>
                <c:pt idx="3871">
                  <c:v>208.64859677735379</c:v>
                </c:pt>
                <c:pt idx="3872">
                  <c:v>208.67395850294599</c:v>
                </c:pt>
                <c:pt idx="3873">
                  <c:v>208.69931788090929</c:v>
                </c:pt>
                <c:pt idx="3874">
                  <c:v>208.72467064687939</c:v>
                </c:pt>
                <c:pt idx="3875">
                  <c:v>208.74999834767331</c:v>
                </c:pt>
                <c:pt idx="3876">
                  <c:v>208.77532408654969</c:v>
                </c:pt>
                <c:pt idx="3877">
                  <c:v>208.80063787078009</c:v>
                </c:pt>
                <c:pt idx="3878">
                  <c:v>208.8259487414864</c:v>
                </c:pt>
                <c:pt idx="3879">
                  <c:v>208.85125489041249</c:v>
                </c:pt>
                <c:pt idx="3880">
                  <c:v>208.8765389854124</c:v>
                </c:pt>
                <c:pt idx="3881">
                  <c:v>208.9018225584957</c:v>
                </c:pt>
                <c:pt idx="3882">
                  <c:v>208.92710594485351</c:v>
                </c:pt>
                <c:pt idx="3883">
                  <c:v>208.95236226964181</c:v>
                </c:pt>
                <c:pt idx="3884">
                  <c:v>208.97760804946881</c:v>
                </c:pt>
                <c:pt idx="3885">
                  <c:v>209.00284009741279</c:v>
                </c:pt>
                <c:pt idx="3886">
                  <c:v>209.02805994177581</c:v>
                </c:pt>
                <c:pt idx="3887">
                  <c:v>209.05327350726131</c:v>
                </c:pt>
                <c:pt idx="3888">
                  <c:v>209.07847366003841</c:v>
                </c:pt>
                <c:pt idx="3889">
                  <c:v>209.10366932124839</c:v>
                </c:pt>
                <c:pt idx="3890">
                  <c:v>209.1288503109563</c:v>
                </c:pt>
                <c:pt idx="3891">
                  <c:v>209.15401552184139</c:v>
                </c:pt>
                <c:pt idx="3892">
                  <c:v>209.1791743420591</c:v>
                </c:pt>
                <c:pt idx="3893">
                  <c:v>209.20433110881709</c:v>
                </c:pt>
                <c:pt idx="3894">
                  <c:v>209.22945706886901</c:v>
                </c:pt>
                <c:pt idx="3895">
                  <c:v>209.25458230621919</c:v>
                </c:pt>
                <c:pt idx="3896">
                  <c:v>209.27969794235801</c:v>
                </c:pt>
                <c:pt idx="3897">
                  <c:v>209.30481311829459</c:v>
                </c:pt>
                <c:pt idx="3898">
                  <c:v>209.3299230102557</c:v>
                </c:pt>
                <c:pt idx="3899">
                  <c:v>209.35503252820621</c:v>
                </c:pt>
                <c:pt idx="3900">
                  <c:v>209.3801261544879</c:v>
                </c:pt>
                <c:pt idx="3901">
                  <c:v>209.40521348182111</c:v>
                </c:pt>
                <c:pt idx="3902">
                  <c:v>209.43028632180179</c:v>
                </c:pt>
                <c:pt idx="3903">
                  <c:v>209.4553467123622</c:v>
                </c:pt>
                <c:pt idx="3904">
                  <c:v>209.4803899799569</c:v>
                </c:pt>
                <c:pt idx="3905">
                  <c:v>209.5054244645259</c:v>
                </c:pt>
                <c:pt idx="3906">
                  <c:v>209.53045428405159</c:v>
                </c:pt>
                <c:pt idx="3907">
                  <c:v>209.55548088639489</c:v>
                </c:pt>
                <c:pt idx="3908">
                  <c:v>209.5804941085328</c:v>
                </c:pt>
                <c:pt idx="3909">
                  <c:v>209.60550208206121</c:v>
                </c:pt>
                <c:pt idx="3910">
                  <c:v>209.6304965239315</c:v>
                </c:pt>
                <c:pt idx="3911">
                  <c:v>209.6554882771656</c:v>
                </c:pt>
                <c:pt idx="3912">
                  <c:v>209.68047742436539</c:v>
                </c:pt>
                <c:pt idx="3913">
                  <c:v>209.70546334926371</c:v>
                </c:pt>
                <c:pt idx="3914">
                  <c:v>209.73044552490899</c:v>
                </c:pt>
                <c:pt idx="3915">
                  <c:v>209.7554261054002</c:v>
                </c:pt>
                <c:pt idx="3916">
                  <c:v>209.78040628766129</c:v>
                </c:pt>
                <c:pt idx="3917">
                  <c:v>209.80536297225561</c:v>
                </c:pt>
                <c:pt idx="3918">
                  <c:v>209.8303161238361</c:v>
                </c:pt>
                <c:pt idx="3919">
                  <c:v>209.85526210209619</c:v>
                </c:pt>
                <c:pt idx="3920">
                  <c:v>209.8802063067854</c:v>
                </c:pt>
                <c:pt idx="3921">
                  <c:v>209.9051401706464</c:v>
                </c:pt>
                <c:pt idx="3922">
                  <c:v>209.93006765900381</c:v>
                </c:pt>
                <c:pt idx="3923">
                  <c:v>209.95496459220621</c:v>
                </c:pt>
                <c:pt idx="3924">
                  <c:v>209.9798566555252</c:v>
                </c:pt>
                <c:pt idx="3925">
                  <c:v>210.00473001478761</c:v>
                </c:pt>
                <c:pt idx="3926">
                  <c:v>210.02960330907879</c:v>
                </c:pt>
                <c:pt idx="3927">
                  <c:v>210.05447147544081</c:v>
                </c:pt>
                <c:pt idx="3928">
                  <c:v>210.07933263496719</c:v>
                </c:pt>
                <c:pt idx="3929">
                  <c:v>210.1041881928407</c:v>
                </c:pt>
                <c:pt idx="3930">
                  <c:v>210.1290426340156</c:v>
                </c:pt>
                <c:pt idx="3931">
                  <c:v>210.15388631955179</c:v>
                </c:pt>
                <c:pt idx="3932">
                  <c:v>210.17870625699359</c:v>
                </c:pt>
                <c:pt idx="3933">
                  <c:v>210.20351231721079</c:v>
                </c:pt>
                <c:pt idx="3934">
                  <c:v>210.22830256232541</c:v>
                </c:pt>
                <c:pt idx="3935">
                  <c:v>210.25307014829301</c:v>
                </c:pt>
                <c:pt idx="3936">
                  <c:v>210.2778357456242</c:v>
                </c:pt>
                <c:pt idx="3937">
                  <c:v>210.3025902975152</c:v>
                </c:pt>
                <c:pt idx="3938">
                  <c:v>210.32733915604391</c:v>
                </c:pt>
                <c:pt idx="3939">
                  <c:v>210.35208723050741</c:v>
                </c:pt>
                <c:pt idx="3940">
                  <c:v>210.3768273435943</c:v>
                </c:pt>
                <c:pt idx="3941">
                  <c:v>210.40150257256451</c:v>
                </c:pt>
                <c:pt idx="3942">
                  <c:v>210.42615420801161</c:v>
                </c:pt>
                <c:pt idx="3943">
                  <c:v>210.45079511755171</c:v>
                </c:pt>
                <c:pt idx="3944">
                  <c:v>210.47542894919829</c:v>
                </c:pt>
                <c:pt idx="3945">
                  <c:v>210.50006047854319</c:v>
                </c:pt>
                <c:pt idx="3946">
                  <c:v>210.52467749546679</c:v>
                </c:pt>
                <c:pt idx="3947">
                  <c:v>210.54929283602601</c:v>
                </c:pt>
                <c:pt idx="3948">
                  <c:v>210.5739007364007</c:v>
                </c:pt>
                <c:pt idx="3949">
                  <c:v>210.59850567238021</c:v>
                </c:pt>
                <c:pt idx="3950">
                  <c:v>210.62310801660189</c:v>
                </c:pt>
                <c:pt idx="3951">
                  <c:v>210.6476927599077</c:v>
                </c:pt>
                <c:pt idx="3952">
                  <c:v>210.6722589104327</c:v>
                </c:pt>
                <c:pt idx="3953">
                  <c:v>210.69681673220339</c:v>
                </c:pt>
                <c:pt idx="3954">
                  <c:v>210.7213728373203</c:v>
                </c:pt>
                <c:pt idx="3955">
                  <c:v>210.7459173581579</c:v>
                </c:pt>
                <c:pt idx="3956">
                  <c:v>210.77044327558411</c:v>
                </c:pt>
                <c:pt idx="3957">
                  <c:v>210.7949399311791</c:v>
                </c:pt>
                <c:pt idx="3958">
                  <c:v>210.819435382194</c:v>
                </c:pt>
                <c:pt idx="3959">
                  <c:v>210.84392441212131</c:v>
                </c:pt>
                <c:pt idx="3960">
                  <c:v>210.86841085981371</c:v>
                </c:pt>
                <c:pt idx="3961">
                  <c:v>210.89288703772061</c:v>
                </c:pt>
                <c:pt idx="3962">
                  <c:v>210.91735397890261</c:v>
                </c:pt>
                <c:pt idx="3963">
                  <c:v>210.94180361347841</c:v>
                </c:pt>
                <c:pt idx="3964">
                  <c:v>210.9662455378849</c:v>
                </c:pt>
                <c:pt idx="3965">
                  <c:v>210.9906649097764</c:v>
                </c:pt>
                <c:pt idx="3966">
                  <c:v>211.01508071801371</c:v>
                </c:pt>
                <c:pt idx="3967">
                  <c:v>211.039490292511</c:v>
                </c:pt>
                <c:pt idx="3968">
                  <c:v>211.06388632499969</c:v>
                </c:pt>
                <c:pt idx="3969">
                  <c:v>211.08827621521289</c:v>
                </c:pt>
                <c:pt idx="3970">
                  <c:v>211.11264584357761</c:v>
                </c:pt>
                <c:pt idx="3971">
                  <c:v>211.1369760396897</c:v>
                </c:pt>
                <c:pt idx="3972">
                  <c:v>211.1613046107943</c:v>
                </c:pt>
                <c:pt idx="3973">
                  <c:v>211.18563280200109</c:v>
                </c:pt>
                <c:pt idx="3974">
                  <c:v>211.20995419078929</c:v>
                </c:pt>
                <c:pt idx="3975">
                  <c:v>211.23427375518949</c:v>
                </c:pt>
                <c:pt idx="3976">
                  <c:v>211.25857987291951</c:v>
                </c:pt>
                <c:pt idx="3977">
                  <c:v>211.28288259519181</c:v>
                </c:pt>
                <c:pt idx="3978">
                  <c:v>211.307171465572</c:v>
                </c:pt>
                <c:pt idx="3979">
                  <c:v>211.33144897877219</c:v>
                </c:pt>
                <c:pt idx="3980">
                  <c:v>211.35572612375199</c:v>
                </c:pt>
                <c:pt idx="3981">
                  <c:v>211.38000280356681</c:v>
                </c:pt>
                <c:pt idx="3982">
                  <c:v>211.40427390611981</c:v>
                </c:pt>
                <c:pt idx="3983">
                  <c:v>211.4285407243465</c:v>
                </c:pt>
                <c:pt idx="3984">
                  <c:v>211.45279677076749</c:v>
                </c:pt>
                <c:pt idx="3985">
                  <c:v>211.47704593497289</c:v>
                </c:pt>
                <c:pt idx="3986">
                  <c:v>211.50128617709319</c:v>
                </c:pt>
                <c:pt idx="3987">
                  <c:v>211.52550777456611</c:v>
                </c:pt>
                <c:pt idx="3988">
                  <c:v>211.54972620730169</c:v>
                </c:pt>
                <c:pt idx="3989">
                  <c:v>211.57393911478661</c:v>
                </c:pt>
                <c:pt idx="3990">
                  <c:v>211.59814201502991</c:v>
                </c:pt>
                <c:pt idx="3991">
                  <c:v>211.62230278041369</c:v>
                </c:pt>
                <c:pt idx="3992">
                  <c:v>211.64644994302171</c:v>
                </c:pt>
                <c:pt idx="3993">
                  <c:v>211.67058588081099</c:v>
                </c:pt>
                <c:pt idx="3994">
                  <c:v>211.69472133247311</c:v>
                </c:pt>
                <c:pt idx="3995">
                  <c:v>211.71885175003581</c:v>
                </c:pt>
                <c:pt idx="3996">
                  <c:v>211.74297613857911</c:v>
                </c:pt>
                <c:pt idx="3997">
                  <c:v>211.7670945779393</c:v>
                </c:pt>
                <c:pt idx="3998">
                  <c:v>211.79120096655501</c:v>
                </c:pt>
                <c:pt idx="3999">
                  <c:v>211.81530676397841</c:v>
                </c:pt>
                <c:pt idx="4000">
                  <c:v>211.83940346222221</c:v>
                </c:pt>
                <c:pt idx="4001">
                  <c:v>211.863494381636</c:v>
                </c:pt>
                <c:pt idx="4002">
                  <c:v>211.88758486051739</c:v>
                </c:pt>
                <c:pt idx="4003">
                  <c:v>211.9116740282393</c:v>
                </c:pt>
                <c:pt idx="4004">
                  <c:v>211.93574442026389</c:v>
                </c:pt>
                <c:pt idx="4005">
                  <c:v>211.95981047077419</c:v>
                </c:pt>
                <c:pt idx="4006">
                  <c:v>211.9838763864019</c:v>
                </c:pt>
                <c:pt idx="4007">
                  <c:v>212.00793767154221</c:v>
                </c:pt>
                <c:pt idx="4008">
                  <c:v>212.03198777742949</c:v>
                </c:pt>
                <c:pt idx="4009">
                  <c:v>212.05603308336771</c:v>
                </c:pt>
                <c:pt idx="4010">
                  <c:v>212.08006878143871</c:v>
                </c:pt>
                <c:pt idx="4011">
                  <c:v>212.10410411191631</c:v>
                </c:pt>
                <c:pt idx="4012">
                  <c:v>212.12813461907331</c:v>
                </c:pt>
                <c:pt idx="4013">
                  <c:v>212.15216269530859</c:v>
                </c:pt>
                <c:pt idx="4014">
                  <c:v>212.17618685915249</c:v>
                </c:pt>
                <c:pt idx="4015">
                  <c:v>212.20018206924391</c:v>
                </c:pt>
                <c:pt idx="4016">
                  <c:v>212.22417436829821</c:v>
                </c:pt>
                <c:pt idx="4017">
                  <c:v>212.24814983368569</c:v>
                </c:pt>
                <c:pt idx="4018">
                  <c:v>212.27211945665201</c:v>
                </c:pt>
                <c:pt idx="4019">
                  <c:v>212.2960865682486</c:v>
                </c:pt>
                <c:pt idx="4020">
                  <c:v>212.32004736960059</c:v>
                </c:pt>
                <c:pt idx="4021">
                  <c:v>212.34398648947041</c:v>
                </c:pt>
                <c:pt idx="4022">
                  <c:v>212.3679194119795</c:v>
                </c:pt>
                <c:pt idx="4023">
                  <c:v>212.39183933394901</c:v>
                </c:pt>
                <c:pt idx="4024">
                  <c:v>212.41575621887051</c:v>
                </c:pt>
                <c:pt idx="4025">
                  <c:v>212.4396619763429</c:v>
                </c:pt>
                <c:pt idx="4026">
                  <c:v>212.46355113721791</c:v>
                </c:pt>
                <c:pt idx="4027">
                  <c:v>212.48742412038811</c:v>
                </c:pt>
                <c:pt idx="4028">
                  <c:v>212.5112869236761</c:v>
                </c:pt>
                <c:pt idx="4029">
                  <c:v>212.53514703839451</c:v>
                </c:pt>
                <c:pt idx="4030">
                  <c:v>212.5589890555685</c:v>
                </c:pt>
                <c:pt idx="4031">
                  <c:v>212.58281708365891</c:v>
                </c:pt>
                <c:pt idx="4032">
                  <c:v>212.6066324385917</c:v>
                </c:pt>
                <c:pt idx="4033">
                  <c:v>212.63044500352279</c:v>
                </c:pt>
                <c:pt idx="4034">
                  <c:v>212.65425317736191</c:v>
                </c:pt>
                <c:pt idx="4035">
                  <c:v>212.67805645586751</c:v>
                </c:pt>
                <c:pt idx="4036">
                  <c:v>212.7018574449452</c:v>
                </c:pt>
                <c:pt idx="4037">
                  <c:v>212.7256512456986</c:v>
                </c:pt>
                <c:pt idx="4038">
                  <c:v>212.74943119862201</c:v>
                </c:pt>
                <c:pt idx="4039">
                  <c:v>212.7732076609652</c:v>
                </c:pt>
                <c:pt idx="4040">
                  <c:v>212.79698393041221</c:v>
                </c:pt>
                <c:pt idx="4041">
                  <c:v>212.82073538842849</c:v>
                </c:pt>
                <c:pt idx="4042">
                  <c:v>212.8444823551269</c:v>
                </c:pt>
                <c:pt idx="4043">
                  <c:v>212.86822213774431</c:v>
                </c:pt>
                <c:pt idx="4044">
                  <c:v>212.89196080950629</c:v>
                </c:pt>
                <c:pt idx="4045">
                  <c:v>212.91569844512901</c:v>
                </c:pt>
                <c:pt idx="4046">
                  <c:v>212.93941762190289</c:v>
                </c:pt>
                <c:pt idx="4047">
                  <c:v>212.96313298932341</c:v>
                </c:pt>
                <c:pt idx="4048">
                  <c:v>212.98684547699051</c:v>
                </c:pt>
                <c:pt idx="4049">
                  <c:v>213.01055672572241</c:v>
                </c:pt>
                <c:pt idx="4050">
                  <c:v>213.03424950678999</c:v>
                </c:pt>
                <c:pt idx="4051">
                  <c:v>213.05793917990081</c:v>
                </c:pt>
                <c:pt idx="4052">
                  <c:v>213.0816117011446</c:v>
                </c:pt>
                <c:pt idx="4053">
                  <c:v>213.10526456336891</c:v>
                </c:pt>
                <c:pt idx="4054">
                  <c:v>213.1289162820751</c:v>
                </c:pt>
                <c:pt idx="4055">
                  <c:v>213.15254396238561</c:v>
                </c:pt>
                <c:pt idx="4056">
                  <c:v>213.17616704210789</c:v>
                </c:pt>
                <c:pt idx="4057">
                  <c:v>213.19978196419089</c:v>
                </c:pt>
                <c:pt idx="4058">
                  <c:v>213.22339684663649</c:v>
                </c:pt>
                <c:pt idx="4059">
                  <c:v>213.24700324137891</c:v>
                </c:pt>
                <c:pt idx="4060">
                  <c:v>213.27059075385429</c:v>
                </c:pt>
                <c:pt idx="4061">
                  <c:v>213.2941754978674</c:v>
                </c:pt>
                <c:pt idx="4062">
                  <c:v>213.3177591226985</c:v>
                </c:pt>
                <c:pt idx="4063">
                  <c:v>213.34133699894289</c:v>
                </c:pt>
                <c:pt idx="4064">
                  <c:v>213.36491085645019</c:v>
                </c:pt>
                <c:pt idx="4065">
                  <c:v>213.3884840616266</c:v>
                </c:pt>
                <c:pt idx="4066">
                  <c:v>213.41205610372981</c:v>
                </c:pt>
                <c:pt idx="4067">
                  <c:v>213.4356168862991</c:v>
                </c:pt>
                <c:pt idx="4068">
                  <c:v>213.45917338033459</c:v>
                </c:pt>
                <c:pt idx="4069">
                  <c:v>213.48272960317919</c:v>
                </c:pt>
                <c:pt idx="4070">
                  <c:v>213.50628126767489</c:v>
                </c:pt>
                <c:pt idx="4071">
                  <c:v>213.52983202341241</c:v>
                </c:pt>
                <c:pt idx="4072">
                  <c:v>213.5533774808201</c:v>
                </c:pt>
                <c:pt idx="4073">
                  <c:v>213.5769140988323</c:v>
                </c:pt>
                <c:pt idx="4074">
                  <c:v>213.60044979711051</c:v>
                </c:pt>
                <c:pt idx="4075">
                  <c:v>213.62395238659889</c:v>
                </c:pt>
                <c:pt idx="4076">
                  <c:v>213.64744812878649</c:v>
                </c:pt>
                <c:pt idx="4077">
                  <c:v>213.67094326807029</c:v>
                </c:pt>
                <c:pt idx="4078">
                  <c:v>213.69443803678351</c:v>
                </c:pt>
                <c:pt idx="4079">
                  <c:v>213.71792522923329</c:v>
                </c:pt>
                <c:pt idx="4080">
                  <c:v>213.74140569560669</c:v>
                </c:pt>
                <c:pt idx="4081">
                  <c:v>213.76486067259421</c:v>
                </c:pt>
                <c:pt idx="4082">
                  <c:v>213.78831416352651</c:v>
                </c:pt>
                <c:pt idx="4083">
                  <c:v>213.81174855177611</c:v>
                </c:pt>
                <c:pt idx="4084">
                  <c:v>213.8351809890793</c:v>
                </c:pt>
                <c:pt idx="4085">
                  <c:v>213.85860692890449</c:v>
                </c:pt>
                <c:pt idx="4086">
                  <c:v>213.8820310727707</c:v>
                </c:pt>
                <c:pt idx="4087">
                  <c:v>213.9054550943105</c:v>
                </c:pt>
                <c:pt idx="4088">
                  <c:v>213.92887359842749</c:v>
                </c:pt>
                <c:pt idx="4089">
                  <c:v>213.95228893399721</c:v>
                </c:pt>
                <c:pt idx="4090">
                  <c:v>213.9757006740667</c:v>
                </c:pt>
                <c:pt idx="4091">
                  <c:v>213.9991119771843</c:v>
                </c:pt>
                <c:pt idx="4092">
                  <c:v>214.0225037629649</c:v>
                </c:pt>
                <c:pt idx="4093">
                  <c:v>214.04588979587319</c:v>
                </c:pt>
                <c:pt idx="4094">
                  <c:v>214.06924426810721</c:v>
                </c:pt>
                <c:pt idx="4095">
                  <c:v>214.09259868953879</c:v>
                </c:pt>
                <c:pt idx="4096">
                  <c:v>214.11595145750471</c:v>
                </c:pt>
                <c:pt idx="4097">
                  <c:v>214.13929382821581</c:v>
                </c:pt>
                <c:pt idx="4098">
                  <c:v>214.1626326317797</c:v>
                </c:pt>
                <c:pt idx="4099">
                  <c:v>214.1859675857788</c:v>
                </c:pt>
                <c:pt idx="4100">
                  <c:v>214.20930038069761</c:v>
                </c:pt>
                <c:pt idx="4101">
                  <c:v>214.23262181334101</c:v>
                </c:pt>
                <c:pt idx="4102">
                  <c:v>214.25594224622421</c:v>
                </c:pt>
                <c:pt idx="4103">
                  <c:v>214.27925970143221</c:v>
                </c:pt>
                <c:pt idx="4104">
                  <c:v>214.30256038158149</c:v>
                </c:pt>
                <c:pt idx="4105">
                  <c:v>214.32585889892559</c:v>
                </c:pt>
                <c:pt idx="4106">
                  <c:v>214.3491573791672</c:v>
                </c:pt>
                <c:pt idx="4107">
                  <c:v>214.37244490794961</c:v>
                </c:pt>
                <c:pt idx="4108">
                  <c:v>214.39572865110489</c:v>
                </c:pt>
                <c:pt idx="4109">
                  <c:v>214.41900435558949</c:v>
                </c:pt>
                <c:pt idx="4110">
                  <c:v>214.4422725724942</c:v>
                </c:pt>
                <c:pt idx="4111">
                  <c:v>214.46550965006341</c:v>
                </c:pt>
                <c:pt idx="4112">
                  <c:v>214.48874311699791</c:v>
                </c:pt>
                <c:pt idx="4113">
                  <c:v>214.51197509148199</c:v>
                </c:pt>
                <c:pt idx="4114">
                  <c:v>214.53519032464811</c:v>
                </c:pt>
                <c:pt idx="4115">
                  <c:v>214.5583950470367</c:v>
                </c:pt>
                <c:pt idx="4116">
                  <c:v>214.58159641123231</c:v>
                </c:pt>
                <c:pt idx="4117">
                  <c:v>214.6047977700031</c:v>
                </c:pt>
                <c:pt idx="4118">
                  <c:v>214.6279983719642</c:v>
                </c:pt>
                <c:pt idx="4119">
                  <c:v>214.65119279891289</c:v>
                </c:pt>
                <c:pt idx="4120">
                  <c:v>214.67437082140401</c:v>
                </c:pt>
                <c:pt idx="4121">
                  <c:v>214.69753884417199</c:v>
                </c:pt>
                <c:pt idx="4122">
                  <c:v>214.7207023749562</c:v>
                </c:pt>
                <c:pt idx="4123">
                  <c:v>214.74385551711029</c:v>
                </c:pt>
                <c:pt idx="4124">
                  <c:v>214.7670013006433</c:v>
                </c:pt>
                <c:pt idx="4125">
                  <c:v>214.79013263936841</c:v>
                </c:pt>
                <c:pt idx="4126">
                  <c:v>214.81326374653361</c:v>
                </c:pt>
                <c:pt idx="4127">
                  <c:v>214.83639280198051</c:v>
                </c:pt>
                <c:pt idx="4128">
                  <c:v>214.85951883307749</c:v>
                </c:pt>
                <c:pt idx="4129">
                  <c:v>214.88264158294439</c:v>
                </c:pt>
                <c:pt idx="4130">
                  <c:v>214.90575169101089</c:v>
                </c:pt>
                <c:pt idx="4131">
                  <c:v>214.92886150170739</c:v>
                </c:pt>
                <c:pt idx="4132">
                  <c:v>214.95196342808239</c:v>
                </c:pt>
                <c:pt idx="4133">
                  <c:v>214.97505835076259</c:v>
                </c:pt>
                <c:pt idx="4134">
                  <c:v>214.99815206798931</c:v>
                </c:pt>
                <c:pt idx="4135">
                  <c:v>215.021245727782</c:v>
                </c:pt>
                <c:pt idx="4136">
                  <c:v>215.04433315479719</c:v>
                </c:pt>
                <c:pt idx="4137">
                  <c:v>215.06740512238861</c:v>
                </c:pt>
                <c:pt idx="4138">
                  <c:v>215.09045070784029</c:v>
                </c:pt>
                <c:pt idx="4139">
                  <c:v>215.11348273726199</c:v>
                </c:pt>
                <c:pt idx="4140">
                  <c:v>215.13648643136179</c:v>
                </c:pt>
                <c:pt idx="4141">
                  <c:v>215.1594759312492</c:v>
                </c:pt>
                <c:pt idx="4142">
                  <c:v>215.1824545898678</c:v>
                </c:pt>
                <c:pt idx="4143">
                  <c:v>215.2054329970538</c:v>
                </c:pt>
                <c:pt idx="4144">
                  <c:v>215.22840671170491</c:v>
                </c:pt>
                <c:pt idx="4145">
                  <c:v>215.2513694340752</c:v>
                </c:pt>
                <c:pt idx="4146">
                  <c:v>215.27431400164099</c:v>
                </c:pt>
                <c:pt idx="4147">
                  <c:v>215.29725642794139</c:v>
                </c:pt>
                <c:pt idx="4148">
                  <c:v>215.32018668474609</c:v>
                </c:pt>
                <c:pt idx="4149">
                  <c:v>215.34310554707619</c:v>
                </c:pt>
                <c:pt idx="4150">
                  <c:v>215.36602431359989</c:v>
                </c:pt>
                <c:pt idx="4151">
                  <c:v>215.38894031531831</c:v>
                </c:pt>
                <c:pt idx="4152">
                  <c:v>215.41185261850219</c:v>
                </c:pt>
                <c:pt idx="4153">
                  <c:v>215.43474267729891</c:v>
                </c:pt>
                <c:pt idx="4154">
                  <c:v>215.4576302754202</c:v>
                </c:pt>
                <c:pt idx="4155">
                  <c:v>215.48051219060989</c:v>
                </c:pt>
                <c:pt idx="4156">
                  <c:v>215.50339097467079</c:v>
                </c:pt>
                <c:pt idx="4157">
                  <c:v>215.52626498919341</c:v>
                </c:pt>
                <c:pt idx="4158">
                  <c:v>215.54910569331309</c:v>
                </c:pt>
                <c:pt idx="4159">
                  <c:v>215.57193866332449</c:v>
                </c:pt>
                <c:pt idx="4160">
                  <c:v>215.59474577165059</c:v>
                </c:pt>
                <c:pt idx="4161">
                  <c:v>215.61754971320121</c:v>
                </c:pt>
                <c:pt idx="4162">
                  <c:v>215.64034853535981</c:v>
                </c:pt>
                <c:pt idx="4163">
                  <c:v>215.66311738730559</c:v>
                </c:pt>
                <c:pt idx="4164">
                  <c:v>215.6858767500344</c:v>
                </c:pt>
                <c:pt idx="4165">
                  <c:v>215.70861287336101</c:v>
                </c:pt>
                <c:pt idx="4166">
                  <c:v>215.73132570681241</c:v>
                </c:pt>
                <c:pt idx="4167">
                  <c:v>215.75403778490431</c:v>
                </c:pt>
                <c:pt idx="4168">
                  <c:v>215.77674749651831</c:v>
                </c:pt>
                <c:pt idx="4169">
                  <c:v>215.79943819094549</c:v>
                </c:pt>
                <c:pt idx="4170">
                  <c:v>215.82212503989871</c:v>
                </c:pt>
                <c:pt idx="4171">
                  <c:v>215.84480465114271</c:v>
                </c:pt>
                <c:pt idx="4172">
                  <c:v>215.86747023495019</c:v>
                </c:pt>
                <c:pt idx="4173">
                  <c:v>215.89012670402869</c:v>
                </c:pt>
                <c:pt idx="4174">
                  <c:v>215.91277970804759</c:v>
                </c:pt>
                <c:pt idx="4175">
                  <c:v>215.9354316997252</c:v>
                </c:pt>
                <c:pt idx="4176">
                  <c:v>215.95808274450059</c:v>
                </c:pt>
                <c:pt idx="4177">
                  <c:v>215.98072828885461</c:v>
                </c:pt>
                <c:pt idx="4178">
                  <c:v>216.00335897138251</c:v>
                </c:pt>
                <c:pt idx="4179">
                  <c:v>216.0259871303947</c:v>
                </c:pt>
                <c:pt idx="4180">
                  <c:v>216.04860628968689</c:v>
                </c:pt>
                <c:pt idx="4181">
                  <c:v>216.07120858412611</c:v>
                </c:pt>
                <c:pt idx="4182">
                  <c:v>216.09381074318799</c:v>
                </c:pt>
                <c:pt idx="4183">
                  <c:v>216.11641061089341</c:v>
                </c:pt>
                <c:pt idx="4184">
                  <c:v>216.13900946037381</c:v>
                </c:pt>
                <c:pt idx="4185">
                  <c:v>216.16160641779169</c:v>
                </c:pt>
                <c:pt idx="4186">
                  <c:v>216.18419977257179</c:v>
                </c:pt>
                <c:pt idx="4187">
                  <c:v>216.20678001723019</c:v>
                </c:pt>
                <c:pt idx="4188">
                  <c:v>216.2293497517048</c:v>
                </c:pt>
                <c:pt idx="4189">
                  <c:v>216.2519127481514</c:v>
                </c:pt>
                <c:pt idx="4190">
                  <c:v>216.27447198957631</c:v>
                </c:pt>
                <c:pt idx="4191">
                  <c:v>216.29703073101879</c:v>
                </c:pt>
                <c:pt idx="4192">
                  <c:v>216.31958187080869</c:v>
                </c:pt>
                <c:pt idx="4193">
                  <c:v>216.3421048607797</c:v>
                </c:pt>
                <c:pt idx="4194">
                  <c:v>216.3646161594076</c:v>
                </c:pt>
                <c:pt idx="4195">
                  <c:v>216.3871191899517</c:v>
                </c:pt>
                <c:pt idx="4196">
                  <c:v>216.4096143384026</c:v>
                </c:pt>
                <c:pt idx="4197">
                  <c:v>216.43209393034579</c:v>
                </c:pt>
                <c:pt idx="4198">
                  <c:v>216.4545649774127</c:v>
                </c:pt>
                <c:pt idx="4199">
                  <c:v>216.47702997487681</c:v>
                </c:pt>
                <c:pt idx="4200">
                  <c:v>216.4994885925546</c:v>
                </c:pt>
                <c:pt idx="4201">
                  <c:v>216.52193448767201</c:v>
                </c:pt>
                <c:pt idx="4202">
                  <c:v>216.54434634084751</c:v>
                </c:pt>
                <c:pt idx="4203">
                  <c:v>216.56675163968791</c:v>
                </c:pt>
                <c:pt idx="4204">
                  <c:v>216.58915251195489</c:v>
                </c:pt>
                <c:pt idx="4205">
                  <c:v>216.6115448103406</c:v>
                </c:pt>
                <c:pt idx="4206">
                  <c:v>216.63393612252241</c:v>
                </c:pt>
                <c:pt idx="4207">
                  <c:v>216.6563194783464</c:v>
                </c:pt>
                <c:pt idx="4208">
                  <c:v>216.67870166242551</c:v>
                </c:pt>
                <c:pt idx="4209">
                  <c:v>216.70107417726811</c:v>
                </c:pt>
                <c:pt idx="4210">
                  <c:v>216.7234441958677</c:v>
                </c:pt>
                <c:pt idx="4211">
                  <c:v>216.74580697115681</c:v>
                </c:pt>
                <c:pt idx="4212">
                  <c:v>216.76814596499821</c:v>
                </c:pt>
                <c:pt idx="4213">
                  <c:v>216.79048018323491</c:v>
                </c:pt>
                <c:pt idx="4214">
                  <c:v>216.81280411396841</c:v>
                </c:pt>
                <c:pt idx="4215">
                  <c:v>216.83511388397019</c:v>
                </c:pt>
                <c:pt idx="4216">
                  <c:v>216.85742228931591</c:v>
                </c:pt>
                <c:pt idx="4217">
                  <c:v>216.87972138334371</c:v>
                </c:pt>
                <c:pt idx="4218">
                  <c:v>216.90200854580601</c:v>
                </c:pt>
                <c:pt idx="4219">
                  <c:v>216.92429002027231</c:v>
                </c:pt>
                <c:pt idx="4220">
                  <c:v>216.9465629260761</c:v>
                </c:pt>
                <c:pt idx="4221">
                  <c:v>216.9688199347043</c:v>
                </c:pt>
                <c:pt idx="4222">
                  <c:v>216.99106332193551</c:v>
                </c:pt>
                <c:pt idx="4223">
                  <c:v>217.01330169469571</c:v>
                </c:pt>
                <c:pt idx="4224">
                  <c:v>217.03552090147949</c:v>
                </c:pt>
                <c:pt idx="4225">
                  <c:v>217.0577333539249</c:v>
                </c:pt>
                <c:pt idx="4226">
                  <c:v>217.07993945767069</c:v>
                </c:pt>
                <c:pt idx="4227">
                  <c:v>217.10211212129249</c:v>
                </c:pt>
                <c:pt idx="4228">
                  <c:v>217.12428323688169</c:v>
                </c:pt>
                <c:pt idx="4229">
                  <c:v>217.14641447234609</c:v>
                </c:pt>
                <c:pt idx="4230">
                  <c:v>217.16854381248041</c:v>
                </c:pt>
                <c:pt idx="4231">
                  <c:v>217.19066931036201</c:v>
                </c:pt>
                <c:pt idx="4232">
                  <c:v>217.21278904101081</c:v>
                </c:pt>
                <c:pt idx="4233">
                  <c:v>217.2348995588068</c:v>
                </c:pt>
                <c:pt idx="4234">
                  <c:v>217.25700506886659</c:v>
                </c:pt>
                <c:pt idx="4235">
                  <c:v>217.27910897145341</c:v>
                </c:pt>
                <c:pt idx="4236">
                  <c:v>217.30119692028421</c:v>
                </c:pt>
                <c:pt idx="4237">
                  <c:v>217.3232829023305</c:v>
                </c:pt>
                <c:pt idx="4238">
                  <c:v>217.34535842074121</c:v>
                </c:pt>
                <c:pt idx="4239">
                  <c:v>217.36743208438199</c:v>
                </c:pt>
                <c:pt idx="4240">
                  <c:v>217.38950109834289</c:v>
                </c:pt>
                <c:pt idx="4241">
                  <c:v>217.41156931909711</c:v>
                </c:pt>
                <c:pt idx="4242">
                  <c:v>217.43359798508391</c:v>
                </c:pt>
                <c:pt idx="4243">
                  <c:v>217.45561109995759</c:v>
                </c:pt>
                <c:pt idx="4244">
                  <c:v>217.47761878960591</c:v>
                </c:pt>
                <c:pt idx="4245">
                  <c:v>217.49961860370101</c:v>
                </c:pt>
                <c:pt idx="4246">
                  <c:v>217.52160707365971</c:v>
                </c:pt>
                <c:pt idx="4247">
                  <c:v>217.54358655816219</c:v>
                </c:pt>
                <c:pt idx="4248">
                  <c:v>217.56556430797579</c:v>
                </c:pt>
                <c:pt idx="4249">
                  <c:v>217.58753284931859</c:v>
                </c:pt>
                <c:pt idx="4250">
                  <c:v>217.60948220824841</c:v>
                </c:pt>
                <c:pt idx="4251">
                  <c:v>217.63141764549249</c:v>
                </c:pt>
                <c:pt idx="4252">
                  <c:v>217.6533506542747</c:v>
                </c:pt>
                <c:pt idx="4253">
                  <c:v>217.67526724755629</c:v>
                </c:pt>
                <c:pt idx="4254">
                  <c:v>217.697180867469</c:v>
                </c:pt>
                <c:pt idx="4255">
                  <c:v>217.7190940061796</c:v>
                </c:pt>
                <c:pt idx="4256">
                  <c:v>217.74100369223811</c:v>
                </c:pt>
                <c:pt idx="4257">
                  <c:v>217.76290033313961</c:v>
                </c:pt>
                <c:pt idx="4258">
                  <c:v>217.78478998636999</c:v>
                </c:pt>
                <c:pt idx="4259">
                  <c:v>217.80666790582109</c:v>
                </c:pt>
                <c:pt idx="4260">
                  <c:v>217.82854418517149</c:v>
                </c:pt>
                <c:pt idx="4261">
                  <c:v>217.85041626361499</c:v>
                </c:pt>
                <c:pt idx="4262">
                  <c:v>217.87228699184391</c:v>
                </c:pt>
                <c:pt idx="4263">
                  <c:v>217.89415202146941</c:v>
                </c:pt>
                <c:pt idx="4264">
                  <c:v>217.91600402410469</c:v>
                </c:pt>
                <c:pt idx="4265">
                  <c:v>217.9378553188468</c:v>
                </c:pt>
                <c:pt idx="4266">
                  <c:v>217.95969715697589</c:v>
                </c:pt>
                <c:pt idx="4267">
                  <c:v>217.98151752874281</c:v>
                </c:pt>
                <c:pt idx="4268">
                  <c:v>218.00332412578959</c:v>
                </c:pt>
                <c:pt idx="4269">
                  <c:v>218.0251110944572</c:v>
                </c:pt>
                <c:pt idx="4270">
                  <c:v>218.0468857588003</c:v>
                </c:pt>
                <c:pt idx="4271">
                  <c:v>218.0686490030414</c:v>
                </c:pt>
                <c:pt idx="4272">
                  <c:v>218.09040534228629</c:v>
                </c:pt>
                <c:pt idx="4273">
                  <c:v>218.11215574694049</c:v>
                </c:pt>
                <c:pt idx="4274">
                  <c:v>218.13390224282509</c:v>
                </c:pt>
                <c:pt idx="4275">
                  <c:v>218.1556415163468</c:v>
                </c:pt>
                <c:pt idx="4276">
                  <c:v>218.1773744935708</c:v>
                </c:pt>
                <c:pt idx="4277">
                  <c:v>218.19909047325939</c:v>
                </c:pt>
                <c:pt idx="4278">
                  <c:v>218.22079584382581</c:v>
                </c:pt>
                <c:pt idx="4279">
                  <c:v>218.24249589558181</c:v>
                </c:pt>
                <c:pt idx="4280">
                  <c:v>218.26419232516719</c:v>
                </c:pt>
                <c:pt idx="4281">
                  <c:v>218.28587876424459</c:v>
                </c:pt>
                <c:pt idx="4282">
                  <c:v>218.30755344615781</c:v>
                </c:pt>
                <c:pt idx="4283">
                  <c:v>218.32921974198149</c:v>
                </c:pt>
                <c:pt idx="4284">
                  <c:v>218.35088080723801</c:v>
                </c:pt>
                <c:pt idx="4285">
                  <c:v>218.37252963539089</c:v>
                </c:pt>
                <c:pt idx="4286">
                  <c:v>218.39414868013839</c:v>
                </c:pt>
                <c:pt idx="4287">
                  <c:v>218.41576537740929</c:v>
                </c:pt>
                <c:pt idx="4288">
                  <c:v>218.4373628135904</c:v>
                </c:pt>
                <c:pt idx="4289">
                  <c:v>218.45895462985979</c:v>
                </c:pt>
                <c:pt idx="4290">
                  <c:v>218.48054510857699</c:v>
                </c:pt>
                <c:pt idx="4291">
                  <c:v>218.50212293163159</c:v>
                </c:pt>
                <c:pt idx="4292">
                  <c:v>218.52369836637541</c:v>
                </c:pt>
                <c:pt idx="4293">
                  <c:v>218.54526655034351</c:v>
                </c:pt>
                <c:pt idx="4294">
                  <c:v>218.56683146641259</c:v>
                </c:pt>
                <c:pt idx="4295">
                  <c:v>218.58839060889721</c:v>
                </c:pt>
                <c:pt idx="4296">
                  <c:v>218.60994207326871</c:v>
                </c:pt>
                <c:pt idx="4297">
                  <c:v>218.631486840116</c:v>
                </c:pt>
                <c:pt idx="4298">
                  <c:v>218.65302884113021</c:v>
                </c:pt>
                <c:pt idx="4299">
                  <c:v>218.674562285218</c:v>
                </c:pt>
                <c:pt idx="4300">
                  <c:v>218.69609502320029</c:v>
                </c:pt>
                <c:pt idx="4301">
                  <c:v>218.71762296398799</c:v>
                </c:pt>
                <c:pt idx="4302">
                  <c:v>218.7391237293001</c:v>
                </c:pt>
                <c:pt idx="4303">
                  <c:v>218.7606165437808</c:v>
                </c:pt>
                <c:pt idx="4304">
                  <c:v>218.78210581913851</c:v>
                </c:pt>
                <c:pt idx="4305">
                  <c:v>218.80359397852811</c:v>
                </c:pt>
                <c:pt idx="4306">
                  <c:v>218.82507049946381</c:v>
                </c:pt>
                <c:pt idx="4307">
                  <c:v>218.84654064440119</c:v>
                </c:pt>
                <c:pt idx="4308">
                  <c:v>218.86800894096271</c:v>
                </c:pt>
                <c:pt idx="4309">
                  <c:v>218.8894605151348</c:v>
                </c:pt>
                <c:pt idx="4310">
                  <c:v>218.91091107521621</c:v>
                </c:pt>
                <c:pt idx="4311">
                  <c:v>218.93236147991999</c:v>
                </c:pt>
                <c:pt idx="4312">
                  <c:v>218.95380444336649</c:v>
                </c:pt>
                <c:pt idx="4313">
                  <c:v>218.97523604284461</c:v>
                </c:pt>
                <c:pt idx="4314">
                  <c:v>218.99666323314599</c:v>
                </c:pt>
                <c:pt idx="4315">
                  <c:v>219.0180716086401</c:v>
                </c:pt>
                <c:pt idx="4316">
                  <c:v>219.0394782675202</c:v>
                </c:pt>
                <c:pt idx="4317">
                  <c:v>219.06088183862909</c:v>
                </c:pt>
                <c:pt idx="4318">
                  <c:v>219.08226150823381</c:v>
                </c:pt>
                <c:pt idx="4319">
                  <c:v>219.1036387001069</c:v>
                </c:pt>
                <c:pt idx="4320">
                  <c:v>219.12499467517091</c:v>
                </c:pt>
                <c:pt idx="4321">
                  <c:v>219.14634644631141</c:v>
                </c:pt>
                <c:pt idx="4322">
                  <c:v>219.16769576904301</c:v>
                </c:pt>
                <c:pt idx="4323">
                  <c:v>219.189007039758</c:v>
                </c:pt>
                <c:pt idx="4324">
                  <c:v>219.2103132680613</c:v>
                </c:pt>
                <c:pt idx="4325">
                  <c:v>219.23161038148481</c:v>
                </c:pt>
                <c:pt idx="4326">
                  <c:v>219.25289292809231</c:v>
                </c:pt>
                <c:pt idx="4327">
                  <c:v>219.27416660340299</c:v>
                </c:pt>
                <c:pt idx="4328">
                  <c:v>219.29543874206581</c:v>
                </c:pt>
                <c:pt idx="4329">
                  <c:v>219.3167006519472</c:v>
                </c:pt>
                <c:pt idx="4330">
                  <c:v>219.33794844132589</c:v>
                </c:pt>
                <c:pt idx="4331">
                  <c:v>219.35918991614761</c:v>
                </c:pt>
                <c:pt idx="4332">
                  <c:v>219.38040731504501</c:v>
                </c:pt>
                <c:pt idx="4333">
                  <c:v>219.40161182349431</c:v>
                </c:pt>
                <c:pt idx="4334">
                  <c:v>219.42281321243871</c:v>
                </c:pt>
                <c:pt idx="4335">
                  <c:v>219.44401288494021</c:v>
                </c:pt>
                <c:pt idx="4336">
                  <c:v>219.465208127686</c:v>
                </c:pt>
                <c:pt idx="4337">
                  <c:v>219.4863941477586</c:v>
                </c:pt>
                <c:pt idx="4338">
                  <c:v>219.5075451757659</c:v>
                </c:pt>
                <c:pt idx="4339">
                  <c:v>219.5286917829886</c:v>
                </c:pt>
                <c:pt idx="4340">
                  <c:v>219.54983119755769</c:v>
                </c:pt>
                <c:pt idx="4341">
                  <c:v>219.5709668153554</c:v>
                </c:pt>
                <c:pt idx="4342">
                  <c:v>219.59208777340291</c:v>
                </c:pt>
                <c:pt idx="4343">
                  <c:v>219.61320391490699</c:v>
                </c:pt>
                <c:pt idx="4344">
                  <c:v>219.63431926676691</c:v>
                </c:pt>
                <c:pt idx="4345">
                  <c:v>219.65543403419241</c:v>
                </c:pt>
                <c:pt idx="4346">
                  <c:v>219.67653062035811</c:v>
                </c:pt>
                <c:pt idx="4347">
                  <c:v>219.6976243811697</c:v>
                </c:pt>
                <c:pt idx="4348">
                  <c:v>219.7187177261761</c:v>
                </c:pt>
                <c:pt idx="4349">
                  <c:v>219.73980371309599</c:v>
                </c:pt>
                <c:pt idx="4350">
                  <c:v>219.76087816274119</c:v>
                </c:pt>
                <c:pt idx="4351">
                  <c:v>219.78194816090181</c:v>
                </c:pt>
                <c:pt idx="4352">
                  <c:v>219.80301612559859</c:v>
                </c:pt>
                <c:pt idx="4353">
                  <c:v>219.82408071645889</c:v>
                </c:pt>
                <c:pt idx="4354">
                  <c:v>219.8451366005998</c:v>
                </c:pt>
                <c:pt idx="4355">
                  <c:v>219.8661910158317</c:v>
                </c:pt>
                <c:pt idx="4356">
                  <c:v>219.88724508919159</c:v>
                </c:pt>
                <c:pt idx="4357">
                  <c:v>219.90829574105231</c:v>
                </c:pt>
                <c:pt idx="4358">
                  <c:v>219.9293382026265</c:v>
                </c:pt>
                <c:pt idx="4359">
                  <c:v>219.9503718593655</c:v>
                </c:pt>
                <c:pt idx="4360">
                  <c:v>219.97140141528129</c:v>
                </c:pt>
                <c:pt idx="4361">
                  <c:v>219.99242955897441</c:v>
                </c:pt>
                <c:pt idx="4362">
                  <c:v>220.0134529100919</c:v>
                </c:pt>
                <c:pt idx="4363">
                  <c:v>220.03447268111381</c:v>
                </c:pt>
                <c:pt idx="4364">
                  <c:v>220.05549127179449</c:v>
                </c:pt>
                <c:pt idx="4365">
                  <c:v>220.07650886050729</c:v>
                </c:pt>
                <c:pt idx="4366">
                  <c:v>220.09748750702681</c:v>
                </c:pt>
                <c:pt idx="4367">
                  <c:v>220.118454596676</c:v>
                </c:pt>
                <c:pt idx="4368">
                  <c:v>220.13941950027461</c:v>
                </c:pt>
                <c:pt idx="4369">
                  <c:v>220.16038333347839</c:v>
                </c:pt>
                <c:pt idx="4370">
                  <c:v>220.18134623182911</c:v>
                </c:pt>
                <c:pt idx="4371">
                  <c:v>220.20229017082039</c:v>
                </c:pt>
                <c:pt idx="4372">
                  <c:v>220.223233514192</c:v>
                </c:pt>
                <c:pt idx="4373">
                  <c:v>220.24416139814369</c:v>
                </c:pt>
                <c:pt idx="4374">
                  <c:v>220.2650874556542</c:v>
                </c:pt>
                <c:pt idx="4375">
                  <c:v>220.28601228815569</c:v>
                </c:pt>
                <c:pt idx="4376">
                  <c:v>220.3069352681388</c:v>
                </c:pt>
                <c:pt idx="4377">
                  <c:v>220.32785414279121</c:v>
                </c:pt>
                <c:pt idx="4378">
                  <c:v>220.3487467430883</c:v>
                </c:pt>
                <c:pt idx="4379">
                  <c:v>220.36963404666011</c:v>
                </c:pt>
                <c:pt idx="4380">
                  <c:v>220.39051688955701</c:v>
                </c:pt>
                <c:pt idx="4381">
                  <c:v>220.41139298299939</c:v>
                </c:pt>
                <c:pt idx="4382">
                  <c:v>220.43226669699641</c:v>
                </c:pt>
                <c:pt idx="4383">
                  <c:v>220.4531364595089</c:v>
                </c:pt>
                <c:pt idx="4384">
                  <c:v>220.47399946402629</c:v>
                </c:pt>
                <c:pt idx="4385">
                  <c:v>220.49483561211119</c:v>
                </c:pt>
                <c:pt idx="4386">
                  <c:v>220.51566925234249</c:v>
                </c:pt>
                <c:pt idx="4387">
                  <c:v>220.53649542216121</c:v>
                </c:pt>
                <c:pt idx="4388">
                  <c:v>220.55731683095331</c:v>
                </c:pt>
                <c:pt idx="4389">
                  <c:v>220.5781216768099</c:v>
                </c:pt>
                <c:pt idx="4390">
                  <c:v>220.59891482640541</c:v>
                </c:pt>
                <c:pt idx="4391">
                  <c:v>220.61970679250561</c:v>
                </c:pt>
                <c:pt idx="4392">
                  <c:v>220.64049864455899</c:v>
                </c:pt>
                <c:pt idx="4393">
                  <c:v>220.66128903296411</c:v>
                </c:pt>
                <c:pt idx="4394">
                  <c:v>220.68207711274249</c:v>
                </c:pt>
                <c:pt idx="4395">
                  <c:v>220.70284700186161</c:v>
                </c:pt>
                <c:pt idx="4396">
                  <c:v>220.72359006728499</c:v>
                </c:pt>
                <c:pt idx="4397">
                  <c:v>220.7443308656508</c:v>
                </c:pt>
                <c:pt idx="4398">
                  <c:v>220.76504884091071</c:v>
                </c:pt>
                <c:pt idx="4399">
                  <c:v>220.7857579011378</c:v>
                </c:pt>
                <c:pt idx="4400">
                  <c:v>220.80645774386321</c:v>
                </c:pt>
                <c:pt idx="4401">
                  <c:v>220.8271558228636</c:v>
                </c:pt>
                <c:pt idx="4402">
                  <c:v>220.84784143140709</c:v>
                </c:pt>
                <c:pt idx="4403">
                  <c:v>220.86852205663149</c:v>
                </c:pt>
                <c:pt idx="4404">
                  <c:v>220.88919896473419</c:v>
                </c:pt>
                <c:pt idx="4405">
                  <c:v>220.90986996775999</c:v>
                </c:pt>
                <c:pt idx="4406">
                  <c:v>220.93053202187571</c:v>
                </c:pt>
                <c:pt idx="4407">
                  <c:v>220.95119145046871</c:v>
                </c:pt>
                <c:pt idx="4408">
                  <c:v>220.97184970110879</c:v>
                </c:pt>
                <c:pt idx="4409">
                  <c:v>220.99249836950909</c:v>
                </c:pt>
                <c:pt idx="4410">
                  <c:v>221.01312454830679</c:v>
                </c:pt>
                <c:pt idx="4411">
                  <c:v>221.03374947720741</c:v>
                </c:pt>
                <c:pt idx="4412">
                  <c:v>221.05436232609421</c:v>
                </c:pt>
                <c:pt idx="4413">
                  <c:v>221.07496018931661</c:v>
                </c:pt>
                <c:pt idx="4414">
                  <c:v>221.09555452706641</c:v>
                </c:pt>
                <c:pt idx="4415">
                  <c:v>221.11614878326071</c:v>
                </c:pt>
                <c:pt idx="4416">
                  <c:v>221.13674257248849</c:v>
                </c:pt>
                <c:pt idx="4417">
                  <c:v>221.15733383459249</c:v>
                </c:pt>
                <c:pt idx="4418">
                  <c:v>221.17792453304841</c:v>
                </c:pt>
                <c:pt idx="4419">
                  <c:v>221.1985059072754</c:v>
                </c:pt>
                <c:pt idx="4420">
                  <c:v>221.21908461697799</c:v>
                </c:pt>
                <c:pt idx="4421">
                  <c:v>221.23964811558611</c:v>
                </c:pt>
                <c:pt idx="4422">
                  <c:v>221.2602079818252</c:v>
                </c:pt>
                <c:pt idx="4423">
                  <c:v>221.28074846240449</c:v>
                </c:pt>
                <c:pt idx="4424">
                  <c:v>221.30127838386321</c:v>
                </c:pt>
                <c:pt idx="4425">
                  <c:v>221.3217955876145</c:v>
                </c:pt>
                <c:pt idx="4426">
                  <c:v>221.342312292396</c:v>
                </c:pt>
                <c:pt idx="4427">
                  <c:v>221.36282765615039</c:v>
                </c:pt>
                <c:pt idx="4428">
                  <c:v>221.38333714073491</c:v>
                </c:pt>
                <c:pt idx="4429">
                  <c:v>221.40384056533449</c:v>
                </c:pt>
                <c:pt idx="4430">
                  <c:v>221.42433764563799</c:v>
                </c:pt>
                <c:pt idx="4431">
                  <c:v>221.44483117974471</c:v>
                </c:pt>
                <c:pt idx="4432">
                  <c:v>221.46528918556419</c:v>
                </c:pt>
                <c:pt idx="4433">
                  <c:v>221.48574286642679</c:v>
                </c:pt>
                <c:pt idx="4434">
                  <c:v>221.50619439196461</c:v>
                </c:pt>
                <c:pt idx="4435">
                  <c:v>221.5266267150985</c:v>
                </c:pt>
                <c:pt idx="4436">
                  <c:v>221.54705670097161</c:v>
                </c:pt>
                <c:pt idx="4437">
                  <c:v>221.56748592622009</c:v>
                </c:pt>
                <c:pt idx="4438">
                  <c:v>221.5879099863235</c:v>
                </c:pt>
                <c:pt idx="4439">
                  <c:v>221.60830623256109</c:v>
                </c:pt>
                <c:pt idx="4440">
                  <c:v>221.62870099016081</c:v>
                </c:pt>
                <c:pt idx="4441">
                  <c:v>221.64909545992839</c:v>
                </c:pt>
                <c:pt idx="4442">
                  <c:v>221.66948761436021</c:v>
                </c:pt>
                <c:pt idx="4443">
                  <c:v>221.68987677863871</c:v>
                </c:pt>
                <c:pt idx="4444">
                  <c:v>221.71025977113499</c:v>
                </c:pt>
                <c:pt idx="4445">
                  <c:v>221.73063830486859</c:v>
                </c:pt>
                <c:pt idx="4446">
                  <c:v>221.75101536797331</c:v>
                </c:pt>
                <c:pt idx="4447">
                  <c:v>221.77138734985161</c:v>
                </c:pt>
                <c:pt idx="4448">
                  <c:v>221.79173934852619</c:v>
                </c:pt>
                <c:pt idx="4449">
                  <c:v>221.81208863389949</c:v>
                </c:pt>
                <c:pt idx="4450">
                  <c:v>221.83243452360969</c:v>
                </c:pt>
                <c:pt idx="4451">
                  <c:v>221.85277585912601</c:v>
                </c:pt>
                <c:pt idx="4452">
                  <c:v>221.8731064453811</c:v>
                </c:pt>
                <c:pt idx="4453">
                  <c:v>221.89342837016471</c:v>
                </c:pt>
                <c:pt idx="4454">
                  <c:v>221.9137473350311</c:v>
                </c:pt>
                <c:pt idx="4455">
                  <c:v>221.93404316074091</c:v>
                </c:pt>
                <c:pt idx="4456">
                  <c:v>221.95431848943909</c:v>
                </c:pt>
                <c:pt idx="4457">
                  <c:v>221.9745640783002</c:v>
                </c:pt>
                <c:pt idx="4458">
                  <c:v>221.99480558172539</c:v>
                </c:pt>
                <c:pt idx="4459">
                  <c:v>222.0150438964655</c:v>
                </c:pt>
                <c:pt idx="4460">
                  <c:v>222.03526930357529</c:v>
                </c:pt>
                <c:pt idx="4461">
                  <c:v>222.0554941080521</c:v>
                </c:pt>
                <c:pt idx="4462">
                  <c:v>222.0756964568325</c:v>
                </c:pt>
                <c:pt idx="4463">
                  <c:v>222.09588243203169</c:v>
                </c:pt>
                <c:pt idx="4464">
                  <c:v>222.116039678383</c:v>
                </c:pt>
                <c:pt idx="4465">
                  <c:v>222.1361939540507</c:v>
                </c:pt>
                <c:pt idx="4466">
                  <c:v>222.15634036759471</c:v>
                </c:pt>
                <c:pt idx="4467">
                  <c:v>222.1764456816752</c:v>
                </c:pt>
                <c:pt idx="4468">
                  <c:v>222.1965398786582</c:v>
                </c:pt>
                <c:pt idx="4469">
                  <c:v>222.2166326335369</c:v>
                </c:pt>
                <c:pt idx="4470">
                  <c:v>222.2367236761138</c:v>
                </c:pt>
                <c:pt idx="4471">
                  <c:v>222.25680818804989</c:v>
                </c:pt>
                <c:pt idx="4472">
                  <c:v>222.27689233352709</c:v>
                </c:pt>
                <c:pt idx="4473">
                  <c:v>222.29697020145531</c:v>
                </c:pt>
                <c:pt idx="4474">
                  <c:v>222.31704652474639</c:v>
                </c:pt>
                <c:pt idx="4475">
                  <c:v>222.33711841915891</c:v>
                </c:pt>
                <c:pt idx="4476">
                  <c:v>222.35718252426591</c:v>
                </c:pt>
                <c:pt idx="4477">
                  <c:v>222.37723267534261</c:v>
                </c:pt>
                <c:pt idx="4478">
                  <c:v>222.39727878969569</c:v>
                </c:pt>
                <c:pt idx="4479">
                  <c:v>222.41730362967871</c:v>
                </c:pt>
                <c:pt idx="4480">
                  <c:v>222.43732277449541</c:v>
                </c:pt>
                <c:pt idx="4481">
                  <c:v>222.45732065063879</c:v>
                </c:pt>
                <c:pt idx="4482">
                  <c:v>222.47730012332141</c:v>
                </c:pt>
                <c:pt idx="4483">
                  <c:v>222.497252009178</c:v>
                </c:pt>
                <c:pt idx="4484">
                  <c:v>222.51719975492611</c:v>
                </c:pt>
                <c:pt idx="4485">
                  <c:v>222.53714364763641</c:v>
                </c:pt>
                <c:pt idx="4486">
                  <c:v>222.55708071296891</c:v>
                </c:pt>
                <c:pt idx="4487">
                  <c:v>222.57700750178489</c:v>
                </c:pt>
                <c:pt idx="4488">
                  <c:v>222.5969171338001</c:v>
                </c:pt>
                <c:pt idx="4489">
                  <c:v>222.61682591257491</c:v>
                </c:pt>
                <c:pt idx="4490">
                  <c:v>222.636731628169</c:v>
                </c:pt>
                <c:pt idx="4491">
                  <c:v>222.6566320967282</c:v>
                </c:pt>
                <c:pt idx="4492">
                  <c:v>222.67653120261079</c:v>
                </c:pt>
                <c:pt idx="4493">
                  <c:v>222.6964262325148</c:v>
                </c:pt>
                <c:pt idx="4494">
                  <c:v>222.7163100223579</c:v>
                </c:pt>
                <c:pt idx="4495">
                  <c:v>222.73618812229651</c:v>
                </c:pt>
                <c:pt idx="4496">
                  <c:v>222.7560503123247</c:v>
                </c:pt>
                <c:pt idx="4497">
                  <c:v>222.77589642827999</c:v>
                </c:pt>
                <c:pt idx="4498">
                  <c:v>222.7957236036649</c:v>
                </c:pt>
                <c:pt idx="4499">
                  <c:v>222.81553938359511</c:v>
                </c:pt>
                <c:pt idx="4500">
                  <c:v>222.83533019427861</c:v>
                </c:pt>
                <c:pt idx="4501">
                  <c:v>222.85509009383611</c:v>
                </c:pt>
                <c:pt idx="4502">
                  <c:v>222.8748409397015</c:v>
                </c:pt>
                <c:pt idx="4503">
                  <c:v>222.89457511033319</c:v>
                </c:pt>
                <c:pt idx="4504">
                  <c:v>222.91429582769371</c:v>
                </c:pt>
                <c:pt idx="4505">
                  <c:v>222.93401613702349</c:v>
                </c:pt>
                <c:pt idx="4506">
                  <c:v>222.9537294021616</c:v>
                </c:pt>
                <c:pt idx="4507">
                  <c:v>222.973439729929</c:v>
                </c:pt>
                <c:pt idx="4508">
                  <c:v>222.99313351117641</c:v>
                </c:pt>
                <c:pt idx="4509">
                  <c:v>223.01279429253449</c:v>
                </c:pt>
                <c:pt idx="4510">
                  <c:v>223.03244655684051</c:v>
                </c:pt>
                <c:pt idx="4511">
                  <c:v>223.05208674407751</c:v>
                </c:pt>
                <c:pt idx="4512">
                  <c:v>223.07172376470589</c:v>
                </c:pt>
                <c:pt idx="4513">
                  <c:v>223.0913463282638</c:v>
                </c:pt>
                <c:pt idx="4514">
                  <c:v>223.11096351854371</c:v>
                </c:pt>
                <c:pt idx="4515">
                  <c:v>223.13056748547211</c:v>
                </c:pt>
                <c:pt idx="4516">
                  <c:v>223.1501559513728</c:v>
                </c:pt>
                <c:pt idx="4517">
                  <c:v>223.16974388836661</c:v>
                </c:pt>
                <c:pt idx="4518">
                  <c:v>223.18930339643589</c:v>
                </c:pt>
                <c:pt idx="4519">
                  <c:v>223.20885409040901</c:v>
                </c:pt>
                <c:pt idx="4520">
                  <c:v>223.22838835710721</c:v>
                </c:pt>
                <c:pt idx="4521">
                  <c:v>223.24790995446671</c:v>
                </c:pt>
                <c:pt idx="4522">
                  <c:v>223.26742947811999</c:v>
                </c:pt>
                <c:pt idx="4523">
                  <c:v>223.28694870305219</c:v>
                </c:pt>
                <c:pt idx="4524">
                  <c:v>223.3064573474928</c:v>
                </c:pt>
                <c:pt idx="4525">
                  <c:v>223.32593748191411</c:v>
                </c:pt>
                <c:pt idx="4526">
                  <c:v>223.34541555491981</c:v>
                </c:pt>
                <c:pt idx="4527">
                  <c:v>223.36488498973361</c:v>
                </c:pt>
                <c:pt idx="4528">
                  <c:v>223.3843122112074</c:v>
                </c:pt>
                <c:pt idx="4529">
                  <c:v>223.40373757873991</c:v>
                </c:pt>
                <c:pt idx="4530">
                  <c:v>223.4231446228471</c:v>
                </c:pt>
                <c:pt idx="4531">
                  <c:v>223.44255106164229</c:v>
                </c:pt>
                <c:pt idx="4532">
                  <c:v>223.46195310132609</c:v>
                </c:pt>
                <c:pt idx="4533">
                  <c:v>223.4813501630577</c:v>
                </c:pt>
                <c:pt idx="4534">
                  <c:v>223.5007450317774</c:v>
                </c:pt>
                <c:pt idx="4535">
                  <c:v>223.52012406016999</c:v>
                </c:pt>
                <c:pt idx="4536">
                  <c:v>223.53949705285771</c:v>
                </c:pt>
                <c:pt idx="4537">
                  <c:v>223.55886541312381</c:v>
                </c:pt>
                <c:pt idx="4538">
                  <c:v>223.57822817140041</c:v>
                </c:pt>
                <c:pt idx="4539">
                  <c:v>223.59757705287959</c:v>
                </c:pt>
                <c:pt idx="4540">
                  <c:v>223.61691218076271</c:v>
                </c:pt>
                <c:pt idx="4541">
                  <c:v>223.63624676149999</c:v>
                </c:pt>
                <c:pt idx="4542">
                  <c:v>223.65557882466271</c:v>
                </c:pt>
                <c:pt idx="4543">
                  <c:v>223.67489908462471</c:v>
                </c:pt>
                <c:pt idx="4544">
                  <c:v>223.69421897145699</c:v>
                </c:pt>
                <c:pt idx="4545">
                  <c:v>223.7135345883602</c:v>
                </c:pt>
                <c:pt idx="4546">
                  <c:v>223.73284282219089</c:v>
                </c:pt>
                <c:pt idx="4547">
                  <c:v>223.75213206891391</c:v>
                </c:pt>
                <c:pt idx="4548">
                  <c:v>223.77141401362391</c:v>
                </c:pt>
                <c:pt idx="4549">
                  <c:v>223.79068769369169</c:v>
                </c:pt>
                <c:pt idx="4550">
                  <c:v>223.80996074582509</c:v>
                </c:pt>
                <c:pt idx="4551">
                  <c:v>223.8292294851579</c:v>
                </c:pt>
                <c:pt idx="4552">
                  <c:v>223.84849247356181</c:v>
                </c:pt>
                <c:pt idx="4553">
                  <c:v>223.8677453561132</c:v>
                </c:pt>
                <c:pt idx="4554">
                  <c:v>223.88696919895909</c:v>
                </c:pt>
                <c:pt idx="4555">
                  <c:v>223.90618101320331</c:v>
                </c:pt>
                <c:pt idx="4556">
                  <c:v>223.92537689557949</c:v>
                </c:pt>
                <c:pt idx="4557">
                  <c:v>223.9445723065065</c:v>
                </c:pt>
                <c:pt idx="4558">
                  <c:v>223.96376761766811</c:v>
                </c:pt>
                <c:pt idx="4559">
                  <c:v>223.9829613211098</c:v>
                </c:pt>
                <c:pt idx="4560">
                  <c:v>224.00213997683559</c:v>
                </c:pt>
                <c:pt idx="4561">
                  <c:v>224.02131411491351</c:v>
                </c:pt>
                <c:pt idx="4562">
                  <c:v>224.04047580479121</c:v>
                </c:pt>
                <c:pt idx="4563">
                  <c:v>224.05963635959299</c:v>
                </c:pt>
                <c:pt idx="4564">
                  <c:v>224.07879674128679</c:v>
                </c:pt>
                <c:pt idx="4565">
                  <c:v>224.09795270600179</c:v>
                </c:pt>
                <c:pt idx="4566">
                  <c:v>224.11707622743671</c:v>
                </c:pt>
                <c:pt idx="4567">
                  <c:v>224.1361966418479</c:v>
                </c:pt>
                <c:pt idx="4568">
                  <c:v>224.15531478480301</c:v>
                </c:pt>
                <c:pt idx="4569">
                  <c:v>224.17441517203281</c:v>
                </c:pt>
                <c:pt idx="4570">
                  <c:v>224.19351342456079</c:v>
                </c:pt>
                <c:pt idx="4571">
                  <c:v>224.2126102658919</c:v>
                </c:pt>
                <c:pt idx="4572">
                  <c:v>224.23169745348039</c:v>
                </c:pt>
                <c:pt idx="4573">
                  <c:v>224.25078303998799</c:v>
                </c:pt>
                <c:pt idx="4574">
                  <c:v>224.26985535173259</c:v>
                </c:pt>
                <c:pt idx="4575">
                  <c:v>224.28892412013741</c:v>
                </c:pt>
                <c:pt idx="4576">
                  <c:v>224.3079795218483</c:v>
                </c:pt>
                <c:pt idx="4577">
                  <c:v>224.32702148947919</c:v>
                </c:pt>
                <c:pt idx="4578">
                  <c:v>224.34606332527721</c:v>
                </c:pt>
                <c:pt idx="4579">
                  <c:v>224.3651023951044</c:v>
                </c:pt>
                <c:pt idx="4580">
                  <c:v>224.38413618986229</c:v>
                </c:pt>
                <c:pt idx="4581">
                  <c:v>224.40316967623829</c:v>
                </c:pt>
                <c:pt idx="4582">
                  <c:v>224.42219890020789</c:v>
                </c:pt>
                <c:pt idx="4583">
                  <c:v>224.44122178480711</c:v>
                </c:pt>
                <c:pt idx="4584">
                  <c:v>224.46023323515669</c:v>
                </c:pt>
                <c:pt idx="4585">
                  <c:v>224.47921797598511</c:v>
                </c:pt>
                <c:pt idx="4586">
                  <c:v>224.49820133784749</c:v>
                </c:pt>
                <c:pt idx="4587">
                  <c:v>224.5171611516466</c:v>
                </c:pt>
                <c:pt idx="4588">
                  <c:v>224.53611882492521</c:v>
                </c:pt>
                <c:pt idx="4589">
                  <c:v>224.55505716405639</c:v>
                </c:pt>
                <c:pt idx="4590">
                  <c:v>224.57399231967179</c:v>
                </c:pt>
                <c:pt idx="4591">
                  <c:v>224.59291507304701</c:v>
                </c:pt>
                <c:pt idx="4592">
                  <c:v>224.61182679371359</c:v>
                </c:pt>
                <c:pt idx="4593">
                  <c:v>224.63073274955349</c:v>
                </c:pt>
                <c:pt idx="4594">
                  <c:v>224.6496372965417</c:v>
                </c:pt>
                <c:pt idx="4595">
                  <c:v>224.66853703872121</c:v>
                </c:pt>
                <c:pt idx="4596">
                  <c:v>224.68743397592289</c:v>
                </c:pt>
                <c:pt idx="4597">
                  <c:v>224.70632606462519</c:v>
                </c:pt>
                <c:pt idx="4598">
                  <c:v>224.72521701840171</c:v>
                </c:pt>
                <c:pt idx="4599">
                  <c:v>224.74410157105481</c:v>
                </c:pt>
                <c:pt idx="4600">
                  <c:v>224.7629847541599</c:v>
                </c:pt>
                <c:pt idx="4601">
                  <c:v>224.78185703000651</c:v>
                </c:pt>
                <c:pt idx="4602">
                  <c:v>224.8007170445122</c:v>
                </c:pt>
                <c:pt idx="4603">
                  <c:v>224.8195720524605</c:v>
                </c:pt>
                <c:pt idx="4604">
                  <c:v>224.8384267005797</c:v>
                </c:pt>
                <c:pt idx="4605">
                  <c:v>224.85724881884309</c:v>
                </c:pt>
                <c:pt idx="4606">
                  <c:v>224.87606799578981</c:v>
                </c:pt>
                <c:pt idx="4607">
                  <c:v>224.89488505072549</c:v>
                </c:pt>
                <c:pt idx="4608">
                  <c:v>224.9136981971196</c:v>
                </c:pt>
                <c:pt idx="4609">
                  <c:v>224.9325087633805</c:v>
                </c:pt>
                <c:pt idx="4610">
                  <c:v>224.95128124049191</c:v>
                </c:pt>
                <c:pt idx="4611">
                  <c:v>224.9700410534567</c:v>
                </c:pt>
                <c:pt idx="4612">
                  <c:v>224.98878532764621</c:v>
                </c:pt>
                <c:pt idx="4613">
                  <c:v>225.0075277849939</c:v>
                </c:pt>
                <c:pt idx="4614">
                  <c:v>225.02624994928979</c:v>
                </c:pt>
                <c:pt idx="4615">
                  <c:v>225.04496112314291</c:v>
                </c:pt>
                <c:pt idx="4616">
                  <c:v>225.0636655890481</c:v>
                </c:pt>
                <c:pt idx="4617">
                  <c:v>225.08236884733091</c:v>
                </c:pt>
                <c:pt idx="4618">
                  <c:v>225.10106926248491</c:v>
                </c:pt>
                <c:pt idx="4619">
                  <c:v>225.11976819409909</c:v>
                </c:pt>
                <c:pt idx="4620">
                  <c:v>225.1384647356137</c:v>
                </c:pt>
                <c:pt idx="4621">
                  <c:v>225.15716111271189</c:v>
                </c:pt>
                <c:pt idx="4622">
                  <c:v>225.17579073093191</c:v>
                </c:pt>
                <c:pt idx="4623">
                  <c:v>225.19441823416039</c:v>
                </c:pt>
                <c:pt idx="4624">
                  <c:v>225.2130448423182</c:v>
                </c:pt>
                <c:pt idx="4625">
                  <c:v>225.23166763783519</c:v>
                </c:pt>
                <c:pt idx="4626">
                  <c:v>225.25028519962751</c:v>
                </c:pt>
                <c:pt idx="4627">
                  <c:v>225.2689027276441</c:v>
                </c:pt>
                <c:pt idx="4628">
                  <c:v>225.2874953272476</c:v>
                </c:pt>
                <c:pt idx="4629">
                  <c:v>225.30608757527011</c:v>
                </c:pt>
                <c:pt idx="4630">
                  <c:v>225.32466511522239</c:v>
                </c:pt>
                <c:pt idx="4631">
                  <c:v>225.34324247922569</c:v>
                </c:pt>
                <c:pt idx="4632">
                  <c:v>225.36181581672031</c:v>
                </c:pt>
                <c:pt idx="4633">
                  <c:v>225.38035253557749</c:v>
                </c:pt>
                <c:pt idx="4634">
                  <c:v>225.39888757338551</c:v>
                </c:pt>
                <c:pt idx="4635">
                  <c:v>225.41741203445349</c:v>
                </c:pt>
                <c:pt idx="4636">
                  <c:v>225.43593523339339</c:v>
                </c:pt>
                <c:pt idx="4637">
                  <c:v>225.4544576873121</c:v>
                </c:pt>
                <c:pt idx="4638">
                  <c:v>225.47295757492</c:v>
                </c:pt>
                <c:pt idx="4639">
                  <c:v>225.4914380637382</c:v>
                </c:pt>
                <c:pt idx="4640">
                  <c:v>225.50991538396349</c:v>
                </c:pt>
                <c:pt idx="4641">
                  <c:v>225.52838981629989</c:v>
                </c:pt>
                <c:pt idx="4642">
                  <c:v>225.5468629485099</c:v>
                </c:pt>
                <c:pt idx="4643">
                  <c:v>225.56533084827879</c:v>
                </c:pt>
                <c:pt idx="4644">
                  <c:v>225.58376028368551</c:v>
                </c:pt>
                <c:pt idx="4645">
                  <c:v>225.6021806991489</c:v>
                </c:pt>
                <c:pt idx="4646">
                  <c:v>225.62059856212511</c:v>
                </c:pt>
                <c:pt idx="4647">
                  <c:v>225.6390070947086</c:v>
                </c:pt>
                <c:pt idx="4648">
                  <c:v>225.65740651339871</c:v>
                </c:pt>
                <c:pt idx="4649">
                  <c:v>225.67580476599051</c:v>
                </c:pt>
                <c:pt idx="4650">
                  <c:v>225.6942030096296</c:v>
                </c:pt>
                <c:pt idx="4651">
                  <c:v>225.71258464025661</c:v>
                </c:pt>
                <c:pt idx="4652">
                  <c:v>225.7309648657064</c:v>
                </c:pt>
                <c:pt idx="4653">
                  <c:v>225.74933948206231</c:v>
                </c:pt>
                <c:pt idx="4654">
                  <c:v>225.76771292518629</c:v>
                </c:pt>
                <c:pt idx="4655">
                  <c:v>225.78608491640901</c:v>
                </c:pt>
                <c:pt idx="4656">
                  <c:v>225.8044516716368</c:v>
                </c:pt>
                <c:pt idx="4657">
                  <c:v>225.8228168595318</c:v>
                </c:pt>
                <c:pt idx="4658">
                  <c:v>225.84117785626941</c:v>
                </c:pt>
                <c:pt idx="4659">
                  <c:v>225.85951995641241</c:v>
                </c:pt>
                <c:pt idx="4660">
                  <c:v>225.8778539884307</c:v>
                </c:pt>
                <c:pt idx="4661">
                  <c:v>225.89618144976779</c:v>
                </c:pt>
                <c:pt idx="4662">
                  <c:v>225.91449088238321</c:v>
                </c:pt>
                <c:pt idx="4663">
                  <c:v>225.93279090654281</c:v>
                </c:pt>
                <c:pt idx="4664">
                  <c:v>225.9510884914269</c:v>
                </c:pt>
                <c:pt idx="4665">
                  <c:v>225.9693824494108</c:v>
                </c:pt>
                <c:pt idx="4666">
                  <c:v>225.98766846388099</c:v>
                </c:pt>
                <c:pt idx="4667">
                  <c:v>226.00595009817729</c:v>
                </c:pt>
                <c:pt idx="4668">
                  <c:v>226.02422243473899</c:v>
                </c:pt>
                <c:pt idx="4669">
                  <c:v>226.04247823909719</c:v>
                </c:pt>
                <c:pt idx="4670">
                  <c:v>226.0607234418851</c:v>
                </c:pt>
                <c:pt idx="4671">
                  <c:v>226.07896838524479</c:v>
                </c:pt>
                <c:pt idx="4672">
                  <c:v>226.0971991650361</c:v>
                </c:pt>
                <c:pt idx="4673">
                  <c:v>226.11541994537191</c:v>
                </c:pt>
                <c:pt idx="4674">
                  <c:v>226.1336374159352</c:v>
                </c:pt>
                <c:pt idx="4675">
                  <c:v>226.15184422090829</c:v>
                </c:pt>
                <c:pt idx="4676">
                  <c:v>226.17004959347881</c:v>
                </c:pt>
                <c:pt idx="4677">
                  <c:v>226.18825096532001</c:v>
                </c:pt>
                <c:pt idx="4678">
                  <c:v>226.20644638458751</c:v>
                </c:pt>
                <c:pt idx="4679">
                  <c:v>226.22463764741559</c:v>
                </c:pt>
                <c:pt idx="4680">
                  <c:v>226.2428228631309</c:v>
                </c:pt>
                <c:pt idx="4681">
                  <c:v>226.26100687475829</c:v>
                </c:pt>
                <c:pt idx="4682">
                  <c:v>226.2791887099944</c:v>
                </c:pt>
                <c:pt idx="4683">
                  <c:v>226.29736977304549</c:v>
                </c:pt>
                <c:pt idx="4684">
                  <c:v>226.31554858235319</c:v>
                </c:pt>
                <c:pt idx="4685">
                  <c:v>226.33371980661909</c:v>
                </c:pt>
                <c:pt idx="4686">
                  <c:v>226.35187081736319</c:v>
                </c:pt>
                <c:pt idx="4687">
                  <c:v>226.3700138654734</c:v>
                </c:pt>
                <c:pt idx="4688">
                  <c:v>226.38814065475549</c:v>
                </c:pt>
                <c:pt idx="4689">
                  <c:v>226.40625804427941</c:v>
                </c:pt>
                <c:pt idx="4690">
                  <c:v>226.42437366126691</c:v>
                </c:pt>
                <c:pt idx="4691">
                  <c:v>226.44248523884269</c:v>
                </c:pt>
                <c:pt idx="4692">
                  <c:v>226.46059007018039</c:v>
                </c:pt>
                <c:pt idx="4693">
                  <c:v>226.4786852759471</c:v>
                </c:pt>
                <c:pt idx="4694">
                  <c:v>226.49675513053461</c:v>
                </c:pt>
                <c:pt idx="4695">
                  <c:v>226.5148014526041</c:v>
                </c:pt>
                <c:pt idx="4696">
                  <c:v>226.5328185258029</c:v>
                </c:pt>
                <c:pt idx="4697">
                  <c:v>226.5508346098475</c:v>
                </c:pt>
                <c:pt idx="4698">
                  <c:v>226.5688476322083</c:v>
                </c:pt>
                <c:pt idx="4699">
                  <c:v>226.586853503371</c:v>
                </c:pt>
                <c:pt idx="4700">
                  <c:v>226.60484979553129</c:v>
                </c:pt>
                <c:pt idx="4701">
                  <c:v>226.62284054205989</c:v>
                </c:pt>
                <c:pt idx="4702">
                  <c:v>226.6408145922974</c:v>
                </c:pt>
                <c:pt idx="4703">
                  <c:v>226.65878560777031</c:v>
                </c:pt>
                <c:pt idx="4704">
                  <c:v>226.67674906200321</c:v>
                </c:pt>
                <c:pt idx="4705">
                  <c:v>226.69470446399711</c:v>
                </c:pt>
                <c:pt idx="4706">
                  <c:v>226.71264129352269</c:v>
                </c:pt>
                <c:pt idx="4707">
                  <c:v>226.73057542915569</c:v>
                </c:pt>
                <c:pt idx="4708">
                  <c:v>226.74850606704589</c:v>
                </c:pt>
                <c:pt idx="4709">
                  <c:v>226.7664315851502</c:v>
                </c:pt>
                <c:pt idx="4710">
                  <c:v>226.78435140975211</c:v>
                </c:pt>
                <c:pt idx="4711">
                  <c:v>226.80226047586049</c:v>
                </c:pt>
                <c:pt idx="4712">
                  <c:v>226.82016318977901</c:v>
                </c:pt>
                <c:pt idx="4713">
                  <c:v>226.83806063665631</c:v>
                </c:pt>
                <c:pt idx="4714">
                  <c:v>226.85595447607849</c:v>
                </c:pt>
                <c:pt idx="4715">
                  <c:v>226.87382416342649</c:v>
                </c:pt>
                <c:pt idx="4716">
                  <c:v>226.89169020389579</c:v>
                </c:pt>
                <c:pt idx="4717">
                  <c:v>226.90953255542831</c:v>
                </c:pt>
                <c:pt idx="4718">
                  <c:v>226.92736597083299</c:v>
                </c:pt>
                <c:pt idx="4719">
                  <c:v>226.94519481087349</c:v>
                </c:pt>
                <c:pt idx="4720">
                  <c:v>226.9629654147999</c:v>
                </c:pt>
                <c:pt idx="4721">
                  <c:v>226.98073437213409</c:v>
                </c:pt>
                <c:pt idx="4722">
                  <c:v>226.9984972655331</c:v>
                </c:pt>
                <c:pt idx="4723">
                  <c:v>227.0162559185147</c:v>
                </c:pt>
                <c:pt idx="4724">
                  <c:v>227.03400410342641</c:v>
                </c:pt>
                <c:pt idx="4725">
                  <c:v>227.05174482523651</c:v>
                </c:pt>
                <c:pt idx="4726">
                  <c:v>227.06945171790369</c:v>
                </c:pt>
                <c:pt idx="4727">
                  <c:v>227.08715565247701</c:v>
                </c:pt>
                <c:pt idx="4728">
                  <c:v>227.10483236060239</c:v>
                </c:pt>
                <c:pt idx="4729">
                  <c:v>227.12249392062071</c:v>
                </c:pt>
                <c:pt idx="4730">
                  <c:v>227.14015402877391</c:v>
                </c:pt>
                <c:pt idx="4731">
                  <c:v>227.15781285999401</c:v>
                </c:pt>
                <c:pt idx="4732">
                  <c:v>227.1754702711242</c:v>
                </c:pt>
                <c:pt idx="4733">
                  <c:v>227.19311214359439</c:v>
                </c:pt>
                <c:pt idx="4734">
                  <c:v>227.21074673869421</c:v>
                </c:pt>
                <c:pt idx="4735">
                  <c:v>227.2283748785751</c:v>
                </c:pt>
                <c:pt idx="4736">
                  <c:v>227.2459729503191</c:v>
                </c:pt>
                <c:pt idx="4737">
                  <c:v>227.26356745382509</c:v>
                </c:pt>
                <c:pt idx="4738">
                  <c:v>227.28114796097</c:v>
                </c:pt>
                <c:pt idx="4739">
                  <c:v>227.29872258080019</c:v>
                </c:pt>
                <c:pt idx="4740">
                  <c:v>227.3162965058508</c:v>
                </c:pt>
                <c:pt idx="4741">
                  <c:v>227.33382964510031</c:v>
                </c:pt>
                <c:pt idx="4742">
                  <c:v>227.3513475888121</c:v>
                </c:pt>
                <c:pt idx="4743">
                  <c:v>227.36885583454139</c:v>
                </c:pt>
                <c:pt idx="4744">
                  <c:v>227.38636246774681</c:v>
                </c:pt>
                <c:pt idx="4745">
                  <c:v>227.4038561381148</c:v>
                </c:pt>
                <c:pt idx="4746">
                  <c:v>227.42134736072879</c:v>
                </c:pt>
                <c:pt idx="4747">
                  <c:v>227.43883518935641</c:v>
                </c:pt>
                <c:pt idx="4748">
                  <c:v>227.4563180242468</c:v>
                </c:pt>
                <c:pt idx="4749">
                  <c:v>227.47376248350881</c:v>
                </c:pt>
                <c:pt idx="4750">
                  <c:v>227.49118936127141</c:v>
                </c:pt>
                <c:pt idx="4751">
                  <c:v>227.50860520116851</c:v>
                </c:pt>
                <c:pt idx="4752">
                  <c:v>227.52600931603769</c:v>
                </c:pt>
                <c:pt idx="4753">
                  <c:v>227.54339536030429</c:v>
                </c:pt>
                <c:pt idx="4754">
                  <c:v>227.5607543430437</c:v>
                </c:pt>
                <c:pt idx="4755">
                  <c:v>227.57810913839961</c:v>
                </c:pt>
                <c:pt idx="4756">
                  <c:v>227.59546243680131</c:v>
                </c:pt>
                <c:pt idx="4757">
                  <c:v>227.6127912152395</c:v>
                </c:pt>
                <c:pt idx="4758">
                  <c:v>227.63011968413221</c:v>
                </c:pt>
                <c:pt idx="4759">
                  <c:v>227.64744793032239</c:v>
                </c:pt>
                <c:pt idx="4760">
                  <c:v>227.66476531995059</c:v>
                </c:pt>
                <c:pt idx="4761">
                  <c:v>227.68208019914329</c:v>
                </c:pt>
                <c:pt idx="4762">
                  <c:v>227.69937614130529</c:v>
                </c:pt>
                <c:pt idx="4763">
                  <c:v>227.7166687375871</c:v>
                </c:pt>
                <c:pt idx="4764">
                  <c:v>227.7339566163902</c:v>
                </c:pt>
                <c:pt idx="4765">
                  <c:v>227.7512340188768</c:v>
                </c:pt>
                <c:pt idx="4766">
                  <c:v>227.7684912523973</c:v>
                </c:pt>
                <c:pt idx="4767">
                  <c:v>227.78572593913589</c:v>
                </c:pt>
                <c:pt idx="4768">
                  <c:v>227.8029564734444</c:v>
                </c:pt>
                <c:pt idx="4769">
                  <c:v>227.82018149743729</c:v>
                </c:pt>
                <c:pt idx="4770">
                  <c:v>227.837405583378</c:v>
                </c:pt>
                <c:pt idx="4771">
                  <c:v>227.85461529220211</c:v>
                </c:pt>
                <c:pt idx="4772">
                  <c:v>227.87182446848911</c:v>
                </c:pt>
                <c:pt idx="4773">
                  <c:v>227.88902741524561</c:v>
                </c:pt>
                <c:pt idx="4774">
                  <c:v>227.90622562660511</c:v>
                </c:pt>
                <c:pt idx="4775">
                  <c:v>227.92339380266</c:v>
                </c:pt>
                <c:pt idx="4776">
                  <c:v>227.9405503052914</c:v>
                </c:pt>
                <c:pt idx="4777">
                  <c:v>227.95770472563129</c:v>
                </c:pt>
                <c:pt idx="4778">
                  <c:v>227.97485763178901</c:v>
                </c:pt>
                <c:pt idx="4779">
                  <c:v>227.99200650685049</c:v>
                </c:pt>
                <c:pt idx="4780">
                  <c:v>228.00914992248869</c:v>
                </c:pt>
                <c:pt idx="4781">
                  <c:v>228.02628674969961</c:v>
                </c:pt>
                <c:pt idx="4782">
                  <c:v>228.04341651964731</c:v>
                </c:pt>
                <c:pt idx="4783">
                  <c:v>228.0605322178576</c:v>
                </c:pt>
                <c:pt idx="4784">
                  <c:v>228.0776444461581</c:v>
                </c:pt>
                <c:pt idx="4785">
                  <c:v>228.0947403318915</c:v>
                </c:pt>
                <c:pt idx="4786">
                  <c:v>228.11183030773941</c:v>
                </c:pt>
                <c:pt idx="4787">
                  <c:v>228.12891954916969</c:v>
                </c:pt>
                <c:pt idx="4788">
                  <c:v>228.14600758158889</c:v>
                </c:pt>
                <c:pt idx="4789">
                  <c:v>228.1630800497899</c:v>
                </c:pt>
                <c:pt idx="4790">
                  <c:v>228.18012719191489</c:v>
                </c:pt>
                <c:pt idx="4791">
                  <c:v>228.19717248878791</c:v>
                </c:pt>
                <c:pt idx="4792">
                  <c:v>228.21421259631299</c:v>
                </c:pt>
                <c:pt idx="4793">
                  <c:v>228.23124554459329</c:v>
                </c:pt>
                <c:pt idx="4794">
                  <c:v>228.24827489429259</c:v>
                </c:pt>
                <c:pt idx="4795">
                  <c:v>228.26530012471221</c:v>
                </c:pt>
                <c:pt idx="4796">
                  <c:v>228.2823205665629</c:v>
                </c:pt>
                <c:pt idx="4797">
                  <c:v>228.2993344025661</c:v>
                </c:pt>
                <c:pt idx="4798">
                  <c:v>228.31634757535369</c:v>
                </c:pt>
                <c:pt idx="4799">
                  <c:v>228.3333493996727</c:v>
                </c:pt>
                <c:pt idx="4800">
                  <c:v>228.3503416654552</c:v>
                </c:pt>
                <c:pt idx="4801">
                  <c:v>228.3673331472977</c:v>
                </c:pt>
                <c:pt idx="4802">
                  <c:v>228.38431346724579</c:v>
                </c:pt>
                <c:pt idx="4803">
                  <c:v>228.4012929462738</c:v>
                </c:pt>
                <c:pt idx="4804">
                  <c:v>228.4182698829924</c:v>
                </c:pt>
                <c:pt idx="4805">
                  <c:v>228.4352409895362</c:v>
                </c:pt>
                <c:pt idx="4806">
                  <c:v>228.4522046830925</c:v>
                </c:pt>
                <c:pt idx="4807">
                  <c:v>228.46915943027119</c:v>
                </c:pt>
                <c:pt idx="4808">
                  <c:v>228.48610029415829</c:v>
                </c:pt>
                <c:pt idx="4809">
                  <c:v>228.50303916125691</c:v>
                </c:pt>
                <c:pt idx="4810">
                  <c:v>228.51996444930961</c:v>
                </c:pt>
                <c:pt idx="4811">
                  <c:v>228.53688881588911</c:v>
                </c:pt>
                <c:pt idx="4812">
                  <c:v>228.5537872688445</c:v>
                </c:pt>
                <c:pt idx="4813">
                  <c:v>228.57066716363161</c:v>
                </c:pt>
                <c:pt idx="4814">
                  <c:v>228.58752527336179</c:v>
                </c:pt>
                <c:pt idx="4815">
                  <c:v>228.60437244486761</c:v>
                </c:pt>
                <c:pt idx="4816">
                  <c:v>228.6212057147597</c:v>
                </c:pt>
                <c:pt idx="4817">
                  <c:v>228.6380384660194</c:v>
                </c:pt>
                <c:pt idx="4818">
                  <c:v>228.65483898454411</c:v>
                </c:pt>
                <c:pt idx="4819">
                  <c:v>228.67163108703051</c:v>
                </c:pt>
                <c:pt idx="4820">
                  <c:v>228.68839384624241</c:v>
                </c:pt>
                <c:pt idx="4821">
                  <c:v>228.70513408555601</c:v>
                </c:pt>
                <c:pt idx="4822">
                  <c:v>228.72186717738589</c:v>
                </c:pt>
                <c:pt idx="4823">
                  <c:v>228.73858930531611</c:v>
                </c:pt>
                <c:pt idx="4824">
                  <c:v>228.75529440068701</c:v>
                </c:pt>
                <c:pt idx="4825">
                  <c:v>228.77199405771731</c:v>
                </c:pt>
                <c:pt idx="4826">
                  <c:v>228.7886869766229</c:v>
                </c:pt>
                <c:pt idx="4827">
                  <c:v>228.8053752858327</c:v>
                </c:pt>
                <c:pt idx="4828">
                  <c:v>228.822062429732</c:v>
                </c:pt>
                <c:pt idx="4829">
                  <c:v>228.83874916511479</c:v>
                </c:pt>
                <c:pt idx="4830">
                  <c:v>228.85540713335769</c:v>
                </c:pt>
                <c:pt idx="4831">
                  <c:v>228.87206265890109</c:v>
                </c:pt>
                <c:pt idx="4832">
                  <c:v>228.88871750527011</c:v>
                </c:pt>
                <c:pt idx="4833">
                  <c:v>228.90536179705481</c:v>
                </c:pt>
                <c:pt idx="4834">
                  <c:v>228.9220042922143</c:v>
                </c:pt>
                <c:pt idx="4835">
                  <c:v>228.93863590850489</c:v>
                </c:pt>
                <c:pt idx="4836">
                  <c:v>228.95524837586399</c:v>
                </c:pt>
                <c:pt idx="4837">
                  <c:v>228.97185537942059</c:v>
                </c:pt>
                <c:pt idx="4838">
                  <c:v>228.9884570794909</c:v>
                </c:pt>
                <c:pt idx="4839">
                  <c:v>229.0050555778387</c:v>
                </c:pt>
                <c:pt idx="4840">
                  <c:v>229.02165191325111</c:v>
                </c:pt>
                <c:pt idx="4841">
                  <c:v>229.03824571366141</c:v>
                </c:pt>
                <c:pt idx="4842">
                  <c:v>229.0548364557566</c:v>
                </c:pt>
                <c:pt idx="4843">
                  <c:v>229.0714113869081</c:v>
                </c:pt>
                <c:pt idx="4844">
                  <c:v>229.08795616595901</c:v>
                </c:pt>
                <c:pt idx="4845">
                  <c:v>229.10449979254949</c:v>
                </c:pt>
                <c:pt idx="4846">
                  <c:v>229.12104088116999</c:v>
                </c:pt>
                <c:pt idx="4847">
                  <c:v>229.1375772276206</c:v>
                </c:pt>
                <c:pt idx="4848">
                  <c:v>229.1540918153276</c:v>
                </c:pt>
                <c:pt idx="4849">
                  <c:v>229.17058984971521</c:v>
                </c:pt>
                <c:pt idx="4850">
                  <c:v>229.18708190803571</c:v>
                </c:pt>
                <c:pt idx="4851">
                  <c:v>229.20357396257481</c:v>
                </c:pt>
                <c:pt idx="4852">
                  <c:v>229.22006161739969</c:v>
                </c:pt>
                <c:pt idx="4853">
                  <c:v>229.23653303871799</c:v>
                </c:pt>
                <c:pt idx="4854">
                  <c:v>229.25299935622959</c:v>
                </c:pt>
                <c:pt idx="4855">
                  <c:v>229.26946190304099</c:v>
                </c:pt>
                <c:pt idx="4856">
                  <c:v>229.28591382223331</c:v>
                </c:pt>
                <c:pt idx="4857">
                  <c:v>229.302361840137</c:v>
                </c:pt>
                <c:pt idx="4858">
                  <c:v>229.31878895840629</c:v>
                </c:pt>
                <c:pt idx="4859">
                  <c:v>229.3352064867062</c:v>
                </c:pt>
                <c:pt idx="4860">
                  <c:v>229.35160217573431</c:v>
                </c:pt>
                <c:pt idx="4861">
                  <c:v>229.36798965639039</c:v>
                </c:pt>
                <c:pt idx="4862">
                  <c:v>229.3843766688355</c:v>
                </c:pt>
                <c:pt idx="4863">
                  <c:v>229.40076222928681</c:v>
                </c:pt>
                <c:pt idx="4864">
                  <c:v>229.41714224225629</c:v>
                </c:pt>
                <c:pt idx="4865">
                  <c:v>229.43351094746541</c:v>
                </c:pt>
                <c:pt idx="4866">
                  <c:v>229.44987659306639</c:v>
                </c:pt>
                <c:pt idx="4867">
                  <c:v>229.4662331553194</c:v>
                </c:pt>
                <c:pt idx="4868">
                  <c:v>229.4825863018105</c:v>
                </c:pt>
                <c:pt idx="4869">
                  <c:v>229.49890942213671</c:v>
                </c:pt>
                <c:pt idx="4870">
                  <c:v>229.51523025531961</c:v>
                </c:pt>
                <c:pt idx="4871">
                  <c:v>229.53154622041811</c:v>
                </c:pt>
                <c:pt idx="4872">
                  <c:v>229.54785730655681</c:v>
                </c:pt>
                <c:pt idx="4873">
                  <c:v>229.56415767491711</c:v>
                </c:pt>
                <c:pt idx="4874">
                  <c:v>229.58044619847669</c:v>
                </c:pt>
                <c:pt idx="4875">
                  <c:v>229.59673277303929</c:v>
                </c:pt>
                <c:pt idx="4876">
                  <c:v>229.61301012461371</c:v>
                </c:pt>
                <c:pt idx="4877">
                  <c:v>229.6292846655042</c:v>
                </c:pt>
                <c:pt idx="4878">
                  <c:v>229.64555391592381</c:v>
                </c:pt>
                <c:pt idx="4879">
                  <c:v>229.6618065638722</c:v>
                </c:pt>
                <c:pt idx="4880">
                  <c:v>229.67805724371831</c:v>
                </c:pt>
                <c:pt idx="4881">
                  <c:v>229.69430243558909</c:v>
                </c:pt>
                <c:pt idx="4882">
                  <c:v>229.71054206406811</c:v>
                </c:pt>
                <c:pt idx="4883">
                  <c:v>229.72677741167129</c:v>
                </c:pt>
                <c:pt idx="4884">
                  <c:v>229.74298781504251</c:v>
                </c:pt>
                <c:pt idx="4885">
                  <c:v>229.7591966065591</c:v>
                </c:pt>
                <c:pt idx="4886">
                  <c:v>229.77540206299119</c:v>
                </c:pt>
                <c:pt idx="4887">
                  <c:v>229.7916064368431</c:v>
                </c:pt>
                <c:pt idx="4888">
                  <c:v>229.80780448024981</c:v>
                </c:pt>
                <c:pt idx="4889">
                  <c:v>229.8239911113655</c:v>
                </c:pt>
                <c:pt idx="4890">
                  <c:v>229.8401602753593</c:v>
                </c:pt>
                <c:pt idx="4891">
                  <c:v>229.8563193919683</c:v>
                </c:pt>
                <c:pt idx="4892">
                  <c:v>229.8724496953779</c:v>
                </c:pt>
                <c:pt idx="4893">
                  <c:v>229.88857920753739</c:v>
                </c:pt>
                <c:pt idx="4894">
                  <c:v>229.90467577402009</c:v>
                </c:pt>
                <c:pt idx="4895">
                  <c:v>229.92076819323259</c:v>
                </c:pt>
                <c:pt idx="4896">
                  <c:v>229.93685681444811</c:v>
                </c:pt>
                <c:pt idx="4897">
                  <c:v>229.95294262292569</c:v>
                </c:pt>
                <c:pt idx="4898">
                  <c:v>229.9690225191047</c:v>
                </c:pt>
                <c:pt idx="4899">
                  <c:v>229.9850990469258</c:v>
                </c:pt>
                <c:pt idx="4900">
                  <c:v>230.00117539311381</c:v>
                </c:pt>
                <c:pt idx="4901">
                  <c:v>230.01723335959809</c:v>
                </c:pt>
                <c:pt idx="4902">
                  <c:v>230.033288998898</c:v>
                </c:pt>
                <c:pt idx="4903">
                  <c:v>230.04934356589109</c:v>
                </c:pt>
                <c:pt idx="4904">
                  <c:v>230.06538365498969</c:v>
                </c:pt>
                <c:pt idx="4905">
                  <c:v>230.08141867919471</c:v>
                </c:pt>
                <c:pt idx="4906">
                  <c:v>230.0974491892006</c:v>
                </c:pt>
                <c:pt idx="4907">
                  <c:v>230.11344224564471</c:v>
                </c:pt>
                <c:pt idx="4908">
                  <c:v>230.12943126345789</c:v>
                </c:pt>
                <c:pt idx="4909">
                  <c:v>230.14541829095319</c:v>
                </c:pt>
                <c:pt idx="4910">
                  <c:v>230.1613986660264</c:v>
                </c:pt>
                <c:pt idx="4911">
                  <c:v>230.17737844617429</c:v>
                </c:pt>
                <c:pt idx="4912">
                  <c:v>230.19332956721789</c:v>
                </c:pt>
                <c:pt idx="4913">
                  <c:v>230.20926334370381</c:v>
                </c:pt>
                <c:pt idx="4914">
                  <c:v>230.22519457866539</c:v>
                </c:pt>
                <c:pt idx="4915">
                  <c:v>230.2411217735829</c:v>
                </c:pt>
                <c:pt idx="4916">
                  <c:v>230.25704652422289</c:v>
                </c:pt>
                <c:pt idx="4917">
                  <c:v>230.27295686552171</c:v>
                </c:pt>
                <c:pt idx="4918">
                  <c:v>230.28886650519681</c:v>
                </c:pt>
                <c:pt idx="4919">
                  <c:v>230.3047692324802</c:v>
                </c:pt>
                <c:pt idx="4920">
                  <c:v>230.32063971050769</c:v>
                </c:pt>
                <c:pt idx="4921">
                  <c:v>230.33650481310971</c:v>
                </c:pt>
                <c:pt idx="4922">
                  <c:v>230.35235419796851</c:v>
                </c:pt>
                <c:pt idx="4923">
                  <c:v>230.3681946899286</c:v>
                </c:pt>
                <c:pt idx="4924">
                  <c:v>230.38401925257591</c:v>
                </c:pt>
                <c:pt idx="4925">
                  <c:v>230.39984120741661</c:v>
                </c:pt>
                <c:pt idx="4926">
                  <c:v>230.41566292516589</c:v>
                </c:pt>
                <c:pt idx="4927">
                  <c:v>230.4314830674503</c:v>
                </c:pt>
                <c:pt idx="4928">
                  <c:v>230.44728807913691</c:v>
                </c:pt>
                <c:pt idx="4929">
                  <c:v>230.46307561424649</c:v>
                </c:pt>
                <c:pt idx="4930">
                  <c:v>230.47884241044639</c:v>
                </c:pt>
                <c:pt idx="4931">
                  <c:v>230.4946015748441</c:v>
                </c:pt>
                <c:pt idx="4932">
                  <c:v>230.5103502930352</c:v>
                </c:pt>
                <c:pt idx="4933">
                  <c:v>230.5260718074351</c:v>
                </c:pt>
                <c:pt idx="4934">
                  <c:v>230.5417915111903</c:v>
                </c:pt>
                <c:pt idx="4935">
                  <c:v>230.55750741973009</c:v>
                </c:pt>
                <c:pt idx="4936">
                  <c:v>230.57320027922771</c:v>
                </c:pt>
                <c:pt idx="4937">
                  <c:v>230.58886412391081</c:v>
                </c:pt>
                <c:pt idx="4938">
                  <c:v>230.60452766408</c:v>
                </c:pt>
                <c:pt idx="4939">
                  <c:v>230.62018389486801</c:v>
                </c:pt>
                <c:pt idx="4940">
                  <c:v>230.63583661748561</c:v>
                </c:pt>
                <c:pt idx="4941">
                  <c:v>230.65148083125081</c:v>
                </c:pt>
                <c:pt idx="4942">
                  <c:v>230.66711305257991</c:v>
                </c:pt>
                <c:pt idx="4943">
                  <c:v>230.68274508242851</c:v>
                </c:pt>
                <c:pt idx="4944">
                  <c:v>230.69835488101091</c:v>
                </c:pt>
                <c:pt idx="4945">
                  <c:v>230.71393750799811</c:v>
                </c:pt>
                <c:pt idx="4946">
                  <c:v>230.72951971593801</c:v>
                </c:pt>
                <c:pt idx="4947">
                  <c:v>230.7450929657376</c:v>
                </c:pt>
                <c:pt idx="4948">
                  <c:v>230.76064882111379</c:v>
                </c:pt>
                <c:pt idx="4949">
                  <c:v>230.7761858051359</c:v>
                </c:pt>
                <c:pt idx="4950">
                  <c:v>230.79171962599079</c:v>
                </c:pt>
                <c:pt idx="4951">
                  <c:v>230.80724982357961</c:v>
                </c:pt>
                <c:pt idx="4952">
                  <c:v>230.8227792800927</c:v>
                </c:pt>
                <c:pt idx="4953">
                  <c:v>230.83828382795321</c:v>
                </c:pt>
                <c:pt idx="4954">
                  <c:v>230.85378074703641</c:v>
                </c:pt>
                <c:pt idx="4955">
                  <c:v>230.86926918538691</c:v>
                </c:pt>
                <c:pt idx="4956">
                  <c:v>230.88475296358521</c:v>
                </c:pt>
                <c:pt idx="4957">
                  <c:v>230.90022970319569</c:v>
                </c:pt>
                <c:pt idx="4958">
                  <c:v>230.91570054212349</c:v>
                </c:pt>
                <c:pt idx="4959">
                  <c:v>230.93116679243309</c:v>
                </c:pt>
                <c:pt idx="4960">
                  <c:v>230.94661121193681</c:v>
                </c:pt>
                <c:pt idx="4961">
                  <c:v>230.96205272635581</c:v>
                </c:pt>
                <c:pt idx="4962">
                  <c:v>230.977488191367</c:v>
                </c:pt>
                <c:pt idx="4963">
                  <c:v>230.99288778481511</c:v>
                </c:pt>
                <c:pt idx="4964">
                  <c:v>231.00828332479611</c:v>
                </c:pt>
                <c:pt idx="4965">
                  <c:v>231.0236711502078</c:v>
                </c:pt>
                <c:pt idx="4966">
                  <c:v>231.03904867913201</c:v>
                </c:pt>
                <c:pt idx="4967">
                  <c:v>231.05440061201631</c:v>
                </c:pt>
                <c:pt idx="4968">
                  <c:v>231.0697505888329</c:v>
                </c:pt>
                <c:pt idx="4969">
                  <c:v>231.085097518444</c:v>
                </c:pt>
                <c:pt idx="4970">
                  <c:v>231.10044243645831</c:v>
                </c:pt>
                <c:pt idx="4971">
                  <c:v>231.11577827955051</c:v>
                </c:pt>
                <c:pt idx="4972">
                  <c:v>231.13111157598851</c:v>
                </c:pt>
                <c:pt idx="4973">
                  <c:v>231.14644127175271</c:v>
                </c:pt>
                <c:pt idx="4974">
                  <c:v>231.16177079945581</c:v>
                </c:pt>
                <c:pt idx="4975">
                  <c:v>231.17708871652371</c:v>
                </c:pt>
                <c:pt idx="4976">
                  <c:v>231.19240413707379</c:v>
                </c:pt>
                <c:pt idx="4977">
                  <c:v>231.2077195201409</c:v>
                </c:pt>
                <c:pt idx="4978">
                  <c:v>231.22303352537421</c:v>
                </c:pt>
                <c:pt idx="4979">
                  <c:v>231.23833253057381</c:v>
                </c:pt>
                <c:pt idx="4980">
                  <c:v>231.25361931746119</c:v>
                </c:pt>
                <c:pt idx="4981">
                  <c:v>231.26890093322061</c:v>
                </c:pt>
                <c:pt idx="4982">
                  <c:v>231.28417144246029</c:v>
                </c:pt>
                <c:pt idx="4983">
                  <c:v>231.29942229132101</c:v>
                </c:pt>
                <c:pt idx="4984">
                  <c:v>231.31466938118231</c:v>
                </c:pt>
                <c:pt idx="4985">
                  <c:v>231.32990904582769</c:v>
                </c:pt>
                <c:pt idx="4986">
                  <c:v>231.34514622652199</c:v>
                </c:pt>
                <c:pt idx="4987">
                  <c:v>231.36036261767791</c:v>
                </c:pt>
                <c:pt idx="4988">
                  <c:v>231.37556931730171</c:v>
                </c:pt>
                <c:pt idx="4989">
                  <c:v>231.39076794202509</c:v>
                </c:pt>
                <c:pt idx="4990">
                  <c:v>231.40595685097301</c:v>
                </c:pt>
                <c:pt idx="4991">
                  <c:v>231.42111854779179</c:v>
                </c:pt>
                <c:pt idx="4992">
                  <c:v>231.43626906114281</c:v>
                </c:pt>
                <c:pt idx="4993">
                  <c:v>231.4513975163143</c:v>
                </c:pt>
                <c:pt idx="4994">
                  <c:v>231.4665259425071</c:v>
                </c:pt>
                <c:pt idx="4995">
                  <c:v>231.4816529710078</c:v>
                </c:pt>
                <c:pt idx="4996">
                  <c:v>231.49677550049901</c:v>
                </c:pt>
                <c:pt idx="4997">
                  <c:v>231.5118639081434</c:v>
                </c:pt>
                <c:pt idx="4998">
                  <c:v>231.52694691461511</c:v>
                </c:pt>
                <c:pt idx="4999">
                  <c:v>231.54202392602929</c:v>
                </c:pt>
                <c:pt idx="5000">
                  <c:v>231.55709408290849</c:v>
                </c:pt>
                <c:pt idx="5001">
                  <c:v>231.57215805220429</c:v>
                </c:pt>
                <c:pt idx="5002">
                  <c:v>231.58722015054309</c:v>
                </c:pt>
                <c:pt idx="5003">
                  <c:v>231.6022819651993</c:v>
                </c:pt>
                <c:pt idx="5004">
                  <c:v>231.61734019836621</c:v>
                </c:pt>
                <c:pt idx="5005">
                  <c:v>231.63238936242479</c:v>
                </c:pt>
                <c:pt idx="5006">
                  <c:v>231.64743498332359</c:v>
                </c:pt>
                <c:pt idx="5007">
                  <c:v>231.6624786102056</c:v>
                </c:pt>
                <c:pt idx="5008">
                  <c:v>231.67751005276321</c:v>
                </c:pt>
                <c:pt idx="5009">
                  <c:v>231.69253914032319</c:v>
                </c:pt>
                <c:pt idx="5010">
                  <c:v>231.70756167395501</c:v>
                </c:pt>
                <c:pt idx="5011">
                  <c:v>231.72257924694449</c:v>
                </c:pt>
                <c:pt idx="5012">
                  <c:v>231.7375926704882</c:v>
                </c:pt>
                <c:pt idx="5013">
                  <c:v>231.75259693901049</c:v>
                </c:pt>
                <c:pt idx="5014">
                  <c:v>231.76758669008589</c:v>
                </c:pt>
                <c:pt idx="5015">
                  <c:v>231.78255235212819</c:v>
                </c:pt>
                <c:pt idx="5016">
                  <c:v>231.79751411397169</c:v>
                </c:pt>
                <c:pt idx="5017">
                  <c:v>231.81247353245291</c:v>
                </c:pt>
                <c:pt idx="5018">
                  <c:v>231.82740118735461</c:v>
                </c:pt>
                <c:pt idx="5019">
                  <c:v>231.842325144808</c:v>
                </c:pt>
                <c:pt idx="5020">
                  <c:v>231.85723736580439</c:v>
                </c:pt>
                <c:pt idx="5021">
                  <c:v>231.87214799316709</c:v>
                </c:pt>
                <c:pt idx="5022">
                  <c:v>231.88705192083199</c:v>
                </c:pt>
                <c:pt idx="5023">
                  <c:v>231.90195456381269</c:v>
                </c:pt>
                <c:pt idx="5024">
                  <c:v>231.91682924257569</c:v>
                </c:pt>
                <c:pt idx="5025">
                  <c:v>231.9316905095958</c:v>
                </c:pt>
                <c:pt idx="5026">
                  <c:v>231.9465363631748</c:v>
                </c:pt>
                <c:pt idx="5027">
                  <c:v>231.9613764409161</c:v>
                </c:pt>
                <c:pt idx="5028">
                  <c:v>231.97621287338009</c:v>
                </c:pt>
                <c:pt idx="5029">
                  <c:v>231.99102662618839</c:v>
                </c:pt>
                <c:pt idx="5030">
                  <c:v>232.00583761794061</c:v>
                </c:pt>
                <c:pt idx="5031">
                  <c:v>232.0206484720722</c:v>
                </c:pt>
                <c:pt idx="5032">
                  <c:v>232.03544723922059</c:v>
                </c:pt>
                <c:pt idx="5033">
                  <c:v>232.05022369936981</c:v>
                </c:pt>
                <c:pt idx="5034">
                  <c:v>232.06499654143701</c:v>
                </c:pt>
                <c:pt idx="5035">
                  <c:v>232.07975532653739</c:v>
                </c:pt>
                <c:pt idx="5036">
                  <c:v>232.09450611993589</c:v>
                </c:pt>
                <c:pt idx="5037">
                  <c:v>232.1092502974588</c:v>
                </c:pt>
                <c:pt idx="5038">
                  <c:v>232.12397736441699</c:v>
                </c:pt>
                <c:pt idx="5039">
                  <c:v>232.13870063821039</c:v>
                </c:pt>
                <c:pt idx="5040">
                  <c:v>232.15336195181021</c:v>
                </c:pt>
                <c:pt idx="5041">
                  <c:v>232.16800135858369</c:v>
                </c:pt>
                <c:pt idx="5042">
                  <c:v>232.18263012725569</c:v>
                </c:pt>
                <c:pt idx="5043">
                  <c:v>232.19725251590501</c:v>
                </c:pt>
                <c:pt idx="5044">
                  <c:v>232.21186685452341</c:v>
                </c:pt>
                <c:pt idx="5045">
                  <c:v>232.2264723945265</c:v>
                </c:pt>
                <c:pt idx="5046">
                  <c:v>232.24107567995219</c:v>
                </c:pt>
                <c:pt idx="5047">
                  <c:v>232.25566699644699</c:v>
                </c:pt>
                <c:pt idx="5048">
                  <c:v>232.27025000507891</c:v>
                </c:pt>
                <c:pt idx="5049">
                  <c:v>232.2848303965942</c:v>
                </c:pt>
                <c:pt idx="5050">
                  <c:v>232.29940499737529</c:v>
                </c:pt>
                <c:pt idx="5051">
                  <c:v>232.3139743725898</c:v>
                </c:pt>
                <c:pt idx="5052">
                  <c:v>232.3285383176941</c:v>
                </c:pt>
                <c:pt idx="5053">
                  <c:v>232.34309697993021</c:v>
                </c:pt>
                <c:pt idx="5054">
                  <c:v>232.3576484263385</c:v>
                </c:pt>
                <c:pt idx="5055">
                  <c:v>232.37219401095399</c:v>
                </c:pt>
                <c:pt idx="5056">
                  <c:v>232.38673810979279</c:v>
                </c:pt>
                <c:pt idx="5057">
                  <c:v>232.40124133916331</c:v>
                </c:pt>
                <c:pt idx="5058">
                  <c:v>232.4157326972518</c:v>
                </c:pt>
                <c:pt idx="5059">
                  <c:v>232.43021346892601</c:v>
                </c:pt>
                <c:pt idx="5060">
                  <c:v>232.44468932885081</c:v>
                </c:pt>
                <c:pt idx="5061">
                  <c:v>232.45916135593379</c:v>
                </c:pt>
                <c:pt idx="5062">
                  <c:v>232.4736326730596</c:v>
                </c:pt>
                <c:pt idx="5063">
                  <c:v>232.48809883615499</c:v>
                </c:pt>
                <c:pt idx="5064">
                  <c:v>232.50255071541329</c:v>
                </c:pt>
                <c:pt idx="5065">
                  <c:v>232.51700150765271</c:v>
                </c:pt>
                <c:pt idx="5066">
                  <c:v>232.53145053098089</c:v>
                </c:pt>
                <c:pt idx="5067">
                  <c:v>232.54589758140841</c:v>
                </c:pt>
                <c:pt idx="5068">
                  <c:v>232.56033697657031</c:v>
                </c:pt>
                <c:pt idx="5069">
                  <c:v>232.57475013733631</c:v>
                </c:pt>
                <c:pt idx="5070">
                  <c:v>232.5891607650444</c:v>
                </c:pt>
                <c:pt idx="5071">
                  <c:v>232.60356531422491</c:v>
                </c:pt>
                <c:pt idx="5072">
                  <c:v>232.61795941059489</c:v>
                </c:pt>
                <c:pt idx="5073">
                  <c:v>232.63235280436359</c:v>
                </c:pt>
                <c:pt idx="5074">
                  <c:v>232.64671759544359</c:v>
                </c:pt>
                <c:pt idx="5075">
                  <c:v>232.66108213591281</c:v>
                </c:pt>
                <c:pt idx="5076">
                  <c:v>232.6754461490921</c:v>
                </c:pt>
                <c:pt idx="5077">
                  <c:v>232.68980496003459</c:v>
                </c:pt>
                <c:pt idx="5078">
                  <c:v>232.70415071079131</c:v>
                </c:pt>
                <c:pt idx="5079">
                  <c:v>232.7184920805916</c:v>
                </c:pt>
                <c:pt idx="5080">
                  <c:v>232.73283316571781</c:v>
                </c:pt>
                <c:pt idx="5081">
                  <c:v>232.7471715918993</c:v>
                </c:pt>
                <c:pt idx="5082">
                  <c:v>232.7614993364958</c:v>
                </c:pt>
                <c:pt idx="5083">
                  <c:v>232.77580542654621</c:v>
                </c:pt>
                <c:pt idx="5084">
                  <c:v>232.7900899096224</c:v>
                </c:pt>
                <c:pt idx="5085">
                  <c:v>232.8043703843953</c:v>
                </c:pt>
                <c:pt idx="5086">
                  <c:v>232.8186490216205</c:v>
                </c:pt>
                <c:pt idx="5087">
                  <c:v>232.83292088610361</c:v>
                </c:pt>
                <c:pt idx="5088">
                  <c:v>232.84718886693619</c:v>
                </c:pt>
                <c:pt idx="5089">
                  <c:v>232.86144870409211</c:v>
                </c:pt>
                <c:pt idx="5090">
                  <c:v>232.8756844192558</c:v>
                </c:pt>
                <c:pt idx="5091">
                  <c:v>232.8899135592423</c:v>
                </c:pt>
                <c:pt idx="5092">
                  <c:v>232.90414219711781</c:v>
                </c:pt>
                <c:pt idx="5093">
                  <c:v>232.91835374378971</c:v>
                </c:pt>
                <c:pt idx="5094">
                  <c:v>232.9325385645555</c:v>
                </c:pt>
                <c:pt idx="5095">
                  <c:v>232.9467184132354</c:v>
                </c:pt>
                <c:pt idx="5096">
                  <c:v>232.96088913758999</c:v>
                </c:pt>
                <c:pt idx="5097">
                  <c:v>232.97505830303939</c:v>
                </c:pt>
                <c:pt idx="5098">
                  <c:v>232.9892223658216</c:v>
                </c:pt>
                <c:pt idx="5099">
                  <c:v>233.0033802392031</c:v>
                </c:pt>
                <c:pt idx="5100">
                  <c:v>233.017524372227</c:v>
                </c:pt>
                <c:pt idx="5101">
                  <c:v>233.03166724955221</c:v>
                </c:pt>
                <c:pt idx="5102">
                  <c:v>233.04578085114309</c:v>
                </c:pt>
                <c:pt idx="5103">
                  <c:v>233.05989342045561</c:v>
                </c:pt>
                <c:pt idx="5104">
                  <c:v>233.0739994410479</c:v>
                </c:pt>
                <c:pt idx="5105">
                  <c:v>233.08810472086461</c:v>
                </c:pt>
                <c:pt idx="5106">
                  <c:v>233.102201928657</c:v>
                </c:pt>
                <c:pt idx="5107">
                  <c:v>233.11629813736039</c:v>
                </c:pt>
                <c:pt idx="5108">
                  <c:v>233.1303874818795</c:v>
                </c:pt>
                <c:pt idx="5109">
                  <c:v>233.14446365934811</c:v>
                </c:pt>
                <c:pt idx="5110">
                  <c:v>233.15853540083671</c:v>
                </c:pt>
                <c:pt idx="5111">
                  <c:v>233.1726056605992</c:v>
                </c:pt>
                <c:pt idx="5112">
                  <c:v>233.18666826363039</c:v>
                </c:pt>
                <c:pt idx="5113">
                  <c:v>233.20071648227551</c:v>
                </c:pt>
                <c:pt idx="5114">
                  <c:v>233.2147371470065</c:v>
                </c:pt>
                <c:pt idx="5115">
                  <c:v>233.22874211991029</c:v>
                </c:pt>
                <c:pt idx="5116">
                  <c:v>233.24274401195461</c:v>
                </c:pt>
                <c:pt idx="5117">
                  <c:v>233.25671107246109</c:v>
                </c:pt>
                <c:pt idx="5118">
                  <c:v>233.2706653337564</c:v>
                </c:pt>
                <c:pt idx="5119">
                  <c:v>233.28460920014729</c:v>
                </c:pt>
                <c:pt idx="5120">
                  <c:v>233.2985508958435</c:v>
                </c:pt>
                <c:pt idx="5121">
                  <c:v>233.31248214897761</c:v>
                </c:pt>
                <c:pt idx="5122">
                  <c:v>233.32639746547969</c:v>
                </c:pt>
                <c:pt idx="5123">
                  <c:v>233.3403087212881</c:v>
                </c:pt>
                <c:pt idx="5124">
                  <c:v>233.35421820242459</c:v>
                </c:pt>
                <c:pt idx="5125">
                  <c:v>233.36811452395719</c:v>
                </c:pt>
                <c:pt idx="5126">
                  <c:v>233.38200726653221</c:v>
                </c:pt>
                <c:pt idx="5127">
                  <c:v>233.3958993082407</c:v>
                </c:pt>
                <c:pt idx="5128">
                  <c:v>233.4097911860616</c:v>
                </c:pt>
                <c:pt idx="5129">
                  <c:v>233.42367395557471</c:v>
                </c:pt>
                <c:pt idx="5130">
                  <c:v>233.43754853942809</c:v>
                </c:pt>
                <c:pt idx="5131">
                  <c:v>233.45140323052419</c:v>
                </c:pt>
                <c:pt idx="5132">
                  <c:v>233.46524400746259</c:v>
                </c:pt>
                <c:pt idx="5133">
                  <c:v>233.47908457252279</c:v>
                </c:pt>
                <c:pt idx="5134">
                  <c:v>233.4929112805855</c:v>
                </c:pt>
                <c:pt idx="5135">
                  <c:v>233.50673586717909</c:v>
                </c:pt>
                <c:pt idx="5136">
                  <c:v>233.52055593524389</c:v>
                </c:pt>
                <c:pt idx="5137">
                  <c:v>233.53435476258369</c:v>
                </c:pt>
                <c:pt idx="5138">
                  <c:v>233.54813931373801</c:v>
                </c:pt>
                <c:pt idx="5139">
                  <c:v>233.56191515787839</c:v>
                </c:pt>
                <c:pt idx="5140">
                  <c:v>233.57568009157001</c:v>
                </c:pt>
                <c:pt idx="5141">
                  <c:v>233.58943169464899</c:v>
                </c:pt>
                <c:pt idx="5142">
                  <c:v>233.60317509232479</c:v>
                </c:pt>
                <c:pt idx="5143">
                  <c:v>233.6169082693292</c:v>
                </c:pt>
                <c:pt idx="5144">
                  <c:v>233.63063509313221</c:v>
                </c:pt>
                <c:pt idx="5145">
                  <c:v>233.64436036187141</c:v>
                </c:pt>
                <c:pt idx="5146">
                  <c:v>233.65808479730839</c:v>
                </c:pt>
                <c:pt idx="5147">
                  <c:v>233.6718033960673</c:v>
                </c:pt>
                <c:pt idx="5148">
                  <c:v>233.6855160243467</c:v>
                </c:pt>
                <c:pt idx="5149">
                  <c:v>233.6992246431264</c:v>
                </c:pt>
                <c:pt idx="5150">
                  <c:v>233.7129326283349</c:v>
                </c:pt>
                <c:pt idx="5151">
                  <c:v>233.72663907351449</c:v>
                </c:pt>
                <c:pt idx="5152">
                  <c:v>233.74033666861379</c:v>
                </c:pt>
                <c:pt idx="5153">
                  <c:v>233.7540176027095</c:v>
                </c:pt>
                <c:pt idx="5154">
                  <c:v>233.7676966041893</c:v>
                </c:pt>
                <c:pt idx="5155">
                  <c:v>233.7813725643565</c:v>
                </c:pt>
                <c:pt idx="5156">
                  <c:v>233.79504694702021</c:v>
                </c:pt>
                <c:pt idx="5157">
                  <c:v>233.8087158491484</c:v>
                </c:pt>
                <c:pt idx="5158">
                  <c:v>233.82238331816271</c:v>
                </c:pt>
                <c:pt idx="5159">
                  <c:v>233.8360473857355</c:v>
                </c:pt>
                <c:pt idx="5160">
                  <c:v>233.8497100840606</c:v>
                </c:pt>
                <c:pt idx="5161">
                  <c:v>233.86336758763539</c:v>
                </c:pt>
                <c:pt idx="5162">
                  <c:v>233.87702333226159</c:v>
                </c:pt>
                <c:pt idx="5163">
                  <c:v>233.89065637333471</c:v>
                </c:pt>
                <c:pt idx="5164">
                  <c:v>233.90428658121701</c:v>
                </c:pt>
                <c:pt idx="5165">
                  <c:v>233.9179092544679</c:v>
                </c:pt>
                <c:pt idx="5166">
                  <c:v>233.93153111798421</c:v>
                </c:pt>
                <c:pt idx="5167">
                  <c:v>233.9451387641947</c:v>
                </c:pt>
                <c:pt idx="5168">
                  <c:v>233.95873992706379</c:v>
                </c:pt>
                <c:pt idx="5169">
                  <c:v>233.9723150342391</c:v>
                </c:pt>
                <c:pt idx="5170">
                  <c:v>233.98588890735499</c:v>
                </c:pt>
                <c:pt idx="5171">
                  <c:v>233.99945682492751</c:v>
                </c:pt>
                <c:pt idx="5172">
                  <c:v>234.01302121653811</c:v>
                </c:pt>
                <c:pt idx="5173">
                  <c:v>234.02658249642329</c:v>
                </c:pt>
                <c:pt idx="5174">
                  <c:v>234.04014257195129</c:v>
                </c:pt>
                <c:pt idx="5175">
                  <c:v>234.05367293712189</c:v>
                </c:pt>
                <c:pt idx="5176">
                  <c:v>234.06720248529359</c:v>
                </c:pt>
                <c:pt idx="5177">
                  <c:v>234.08071880847609</c:v>
                </c:pt>
                <c:pt idx="5178">
                  <c:v>234.09423368517901</c:v>
                </c:pt>
                <c:pt idx="5179">
                  <c:v>234.10772027557039</c:v>
                </c:pt>
                <c:pt idx="5180">
                  <c:v>234.12120422683961</c:v>
                </c:pt>
                <c:pt idx="5181">
                  <c:v>234.13468688133511</c:v>
                </c:pt>
                <c:pt idx="5182">
                  <c:v>234.14816102384759</c:v>
                </c:pt>
                <c:pt idx="5183">
                  <c:v>234.16161759072111</c:v>
                </c:pt>
                <c:pt idx="5184">
                  <c:v>234.17505391262139</c:v>
                </c:pt>
                <c:pt idx="5185">
                  <c:v>234.1884712852117</c:v>
                </c:pt>
                <c:pt idx="5186">
                  <c:v>234.20188500464261</c:v>
                </c:pt>
                <c:pt idx="5187">
                  <c:v>234.21529647548181</c:v>
                </c:pt>
                <c:pt idx="5188">
                  <c:v>234.22870232692981</c:v>
                </c:pt>
                <c:pt idx="5189">
                  <c:v>234.24210467899209</c:v>
                </c:pt>
                <c:pt idx="5190">
                  <c:v>234.25550154880361</c:v>
                </c:pt>
                <c:pt idx="5191">
                  <c:v>234.26889167963009</c:v>
                </c:pt>
                <c:pt idx="5192">
                  <c:v>234.28226736876891</c:v>
                </c:pt>
                <c:pt idx="5193">
                  <c:v>234.29564200940891</c:v>
                </c:pt>
                <c:pt idx="5194">
                  <c:v>234.3090153035055</c:v>
                </c:pt>
                <c:pt idx="5195">
                  <c:v>234.32238095325519</c:v>
                </c:pt>
                <c:pt idx="5196">
                  <c:v>234.33573915377991</c:v>
                </c:pt>
                <c:pt idx="5197">
                  <c:v>234.34908933115511</c:v>
                </c:pt>
                <c:pt idx="5198">
                  <c:v>234.36243530807391</c:v>
                </c:pt>
                <c:pt idx="5199">
                  <c:v>234.37578011003521</c:v>
                </c:pt>
                <c:pt idx="5200">
                  <c:v>234.38912387121721</c:v>
                </c:pt>
                <c:pt idx="5201">
                  <c:v>234.40246465960331</c:v>
                </c:pt>
                <c:pt idx="5202">
                  <c:v>234.41578631017501</c:v>
                </c:pt>
                <c:pt idx="5203">
                  <c:v>234.4291057296326</c:v>
                </c:pt>
                <c:pt idx="5204">
                  <c:v>234.44241129116449</c:v>
                </c:pt>
                <c:pt idx="5205">
                  <c:v>234.45570591653251</c:v>
                </c:pt>
                <c:pt idx="5206">
                  <c:v>234.46899585040919</c:v>
                </c:pt>
                <c:pt idx="5207">
                  <c:v>234.48227332561089</c:v>
                </c:pt>
                <c:pt idx="5208">
                  <c:v>234.49553648280741</c:v>
                </c:pt>
                <c:pt idx="5209">
                  <c:v>234.50877900561471</c:v>
                </c:pt>
                <c:pt idx="5210">
                  <c:v>234.52200899136861</c:v>
                </c:pt>
                <c:pt idx="5211">
                  <c:v>234.53523441451009</c:v>
                </c:pt>
                <c:pt idx="5212">
                  <c:v>234.5484420745488</c:v>
                </c:pt>
                <c:pt idx="5213">
                  <c:v>234.561624761574</c:v>
                </c:pt>
                <c:pt idx="5214">
                  <c:v>234.57479682911281</c:v>
                </c:pt>
                <c:pt idx="5215">
                  <c:v>234.58796739894601</c:v>
                </c:pt>
                <c:pt idx="5216">
                  <c:v>234.6011302446644</c:v>
                </c:pt>
                <c:pt idx="5217">
                  <c:v>234.61428553194071</c:v>
                </c:pt>
                <c:pt idx="5218">
                  <c:v>234.6274383555656</c:v>
                </c:pt>
                <c:pt idx="5219">
                  <c:v>234.64059109656981</c:v>
                </c:pt>
                <c:pt idx="5220">
                  <c:v>234.6537237608598</c:v>
                </c:pt>
                <c:pt idx="5221">
                  <c:v>234.6668535699379</c:v>
                </c:pt>
                <c:pt idx="5222">
                  <c:v>234.67997658043149</c:v>
                </c:pt>
                <c:pt idx="5223">
                  <c:v>234.69309277858719</c:v>
                </c:pt>
                <c:pt idx="5224">
                  <c:v>234.70620742795219</c:v>
                </c:pt>
                <c:pt idx="5225">
                  <c:v>234.71932199495609</c:v>
                </c:pt>
                <c:pt idx="5226">
                  <c:v>234.73243643295629</c:v>
                </c:pt>
                <c:pt idx="5227">
                  <c:v>234.7455450042853</c:v>
                </c:pt>
                <c:pt idx="5228">
                  <c:v>234.75865021955269</c:v>
                </c:pt>
                <c:pt idx="5229">
                  <c:v>234.7717387426791</c:v>
                </c:pt>
                <c:pt idx="5230">
                  <c:v>234.78480430457529</c:v>
                </c:pt>
                <c:pt idx="5231">
                  <c:v>234.797858036897</c:v>
                </c:pt>
                <c:pt idx="5232">
                  <c:v>234.81090929446529</c:v>
                </c:pt>
                <c:pt idx="5233">
                  <c:v>234.8239580918146</c:v>
                </c:pt>
                <c:pt idx="5234">
                  <c:v>234.83700516403081</c:v>
                </c:pt>
                <c:pt idx="5235">
                  <c:v>234.85005056008279</c:v>
                </c:pt>
                <c:pt idx="5236">
                  <c:v>234.86309563408361</c:v>
                </c:pt>
                <c:pt idx="5237">
                  <c:v>234.87614028782329</c:v>
                </c:pt>
                <c:pt idx="5238">
                  <c:v>234.88915933314291</c:v>
                </c:pt>
                <c:pt idx="5239">
                  <c:v>234.9021738814659</c:v>
                </c:pt>
                <c:pt idx="5240">
                  <c:v>234.91518643489539</c:v>
                </c:pt>
                <c:pt idx="5241">
                  <c:v>234.92818851214179</c:v>
                </c:pt>
                <c:pt idx="5242">
                  <c:v>234.94118574922561</c:v>
                </c:pt>
                <c:pt idx="5243">
                  <c:v>234.95417320940641</c:v>
                </c:pt>
                <c:pt idx="5244">
                  <c:v>234.96714490276429</c:v>
                </c:pt>
                <c:pt idx="5245">
                  <c:v>234.98011375950421</c:v>
                </c:pt>
                <c:pt idx="5246">
                  <c:v>234.99307432744681</c:v>
                </c:pt>
                <c:pt idx="5247">
                  <c:v>235.00603405284949</c:v>
                </c:pt>
                <c:pt idx="5248">
                  <c:v>235.01897523024331</c:v>
                </c:pt>
                <c:pt idx="5249">
                  <c:v>235.03191599386841</c:v>
                </c:pt>
                <c:pt idx="5250">
                  <c:v>235.04484673834179</c:v>
                </c:pt>
                <c:pt idx="5251">
                  <c:v>235.0577696639601</c:v>
                </c:pt>
                <c:pt idx="5252">
                  <c:v>235.0706839936453</c:v>
                </c:pt>
                <c:pt idx="5253">
                  <c:v>235.08359442086351</c:v>
                </c:pt>
                <c:pt idx="5254">
                  <c:v>235.0964999059255</c:v>
                </c:pt>
                <c:pt idx="5255">
                  <c:v>235.10940386091991</c:v>
                </c:pt>
                <c:pt idx="5256">
                  <c:v>235.1223044214787</c:v>
                </c:pt>
                <c:pt idx="5257">
                  <c:v>235.13518567298959</c:v>
                </c:pt>
                <c:pt idx="5258">
                  <c:v>235.14806556067961</c:v>
                </c:pt>
                <c:pt idx="5259">
                  <c:v>235.16093698717839</c:v>
                </c:pt>
                <c:pt idx="5260">
                  <c:v>235.1737959227728</c:v>
                </c:pt>
                <c:pt idx="5261">
                  <c:v>235.18664834178909</c:v>
                </c:pt>
                <c:pt idx="5262">
                  <c:v>235.19948408657649</c:v>
                </c:pt>
                <c:pt idx="5263">
                  <c:v>235.21231200917151</c:v>
                </c:pt>
                <c:pt idx="5264">
                  <c:v>235.2251331572547</c:v>
                </c:pt>
                <c:pt idx="5265">
                  <c:v>235.2379464555078</c:v>
                </c:pt>
                <c:pt idx="5266">
                  <c:v>235.25074865780539</c:v>
                </c:pt>
                <c:pt idx="5267">
                  <c:v>235.26354726497371</c:v>
                </c:pt>
                <c:pt idx="5268">
                  <c:v>235.27632264858201</c:v>
                </c:pt>
                <c:pt idx="5269">
                  <c:v>235.2890882847781</c:v>
                </c:pt>
                <c:pt idx="5270">
                  <c:v>235.3018368536888</c:v>
                </c:pt>
                <c:pt idx="5271">
                  <c:v>235.31456371555271</c:v>
                </c:pt>
                <c:pt idx="5272">
                  <c:v>235.3272811264516</c:v>
                </c:pt>
                <c:pt idx="5273">
                  <c:v>235.33998312379109</c:v>
                </c:pt>
                <c:pt idx="5274">
                  <c:v>235.3526815430584</c:v>
                </c:pt>
                <c:pt idx="5275">
                  <c:v>235.3653781123075</c:v>
                </c:pt>
                <c:pt idx="5276">
                  <c:v>235.3780668791598</c:v>
                </c:pt>
                <c:pt idx="5277">
                  <c:v>235.39075441724731</c:v>
                </c:pt>
                <c:pt idx="5278">
                  <c:v>235.4034364711022</c:v>
                </c:pt>
                <c:pt idx="5279">
                  <c:v>235.41611343287551</c:v>
                </c:pt>
                <c:pt idx="5280">
                  <c:v>235.42876938841829</c:v>
                </c:pt>
                <c:pt idx="5281">
                  <c:v>235.4414195450517</c:v>
                </c:pt>
                <c:pt idx="5282">
                  <c:v>235.45406335232249</c:v>
                </c:pt>
                <c:pt idx="5283">
                  <c:v>235.4667061067189</c:v>
                </c:pt>
                <c:pt idx="5284">
                  <c:v>235.4793462647259</c:v>
                </c:pt>
                <c:pt idx="5285">
                  <c:v>235.491972187437</c:v>
                </c:pt>
                <c:pt idx="5286">
                  <c:v>235.50459609717521</c:v>
                </c:pt>
                <c:pt idx="5287">
                  <c:v>235.51721394830929</c:v>
                </c:pt>
                <c:pt idx="5288">
                  <c:v>235.52982939185861</c:v>
                </c:pt>
                <c:pt idx="5289">
                  <c:v>235.54244255761981</c:v>
                </c:pt>
                <c:pt idx="5290">
                  <c:v>235.55505421145119</c:v>
                </c:pt>
                <c:pt idx="5291">
                  <c:v>235.56766206100349</c:v>
                </c:pt>
                <c:pt idx="5292">
                  <c:v>235.58026521757211</c:v>
                </c:pt>
                <c:pt idx="5293">
                  <c:v>235.59285967171709</c:v>
                </c:pt>
                <c:pt idx="5294">
                  <c:v>235.60544905233141</c:v>
                </c:pt>
                <c:pt idx="5295">
                  <c:v>235.61803210260521</c:v>
                </c:pt>
                <c:pt idx="5296">
                  <c:v>235.63060149585169</c:v>
                </c:pt>
                <c:pt idx="5297">
                  <c:v>235.64316567298121</c:v>
                </c:pt>
                <c:pt idx="5298">
                  <c:v>235.65572344137911</c:v>
                </c:pt>
                <c:pt idx="5299">
                  <c:v>235.66827184326121</c:v>
                </c:pt>
                <c:pt idx="5300">
                  <c:v>235.6808169676188</c:v>
                </c:pt>
                <c:pt idx="5301">
                  <c:v>235.69335908044809</c:v>
                </c:pt>
                <c:pt idx="5302">
                  <c:v>235.70589601089881</c:v>
                </c:pt>
                <c:pt idx="5303">
                  <c:v>235.71842375448861</c:v>
                </c:pt>
                <c:pt idx="5304">
                  <c:v>235.7309169200233</c:v>
                </c:pt>
                <c:pt idx="5305">
                  <c:v>235.74339617682759</c:v>
                </c:pt>
                <c:pt idx="5306">
                  <c:v>235.7558751962315</c:v>
                </c:pt>
                <c:pt idx="5307">
                  <c:v>235.7683513315273</c:v>
                </c:pt>
                <c:pt idx="5308">
                  <c:v>235.78082628408691</c:v>
                </c:pt>
                <c:pt idx="5309">
                  <c:v>235.7932866519819</c:v>
                </c:pt>
                <c:pt idx="5310">
                  <c:v>235.80574584902101</c:v>
                </c:pt>
                <c:pt idx="5311">
                  <c:v>235.81819814654611</c:v>
                </c:pt>
                <c:pt idx="5312">
                  <c:v>235.83064450713411</c:v>
                </c:pt>
                <c:pt idx="5313">
                  <c:v>235.84308112175901</c:v>
                </c:pt>
                <c:pt idx="5314">
                  <c:v>235.8555104170421</c:v>
                </c:pt>
                <c:pt idx="5315">
                  <c:v>235.86792096437921</c:v>
                </c:pt>
                <c:pt idx="5316">
                  <c:v>235.88033010550291</c:v>
                </c:pt>
                <c:pt idx="5317">
                  <c:v>235.8927301329889</c:v>
                </c:pt>
                <c:pt idx="5318">
                  <c:v>235.9051273236596</c:v>
                </c:pt>
                <c:pt idx="5319">
                  <c:v>235.9175207233298</c:v>
                </c:pt>
                <c:pt idx="5320">
                  <c:v>235.92988413567431</c:v>
                </c:pt>
                <c:pt idx="5321">
                  <c:v>235.94224174983319</c:v>
                </c:pt>
                <c:pt idx="5322">
                  <c:v>235.95459401158391</c:v>
                </c:pt>
                <c:pt idx="5323">
                  <c:v>235.96691761881769</c:v>
                </c:pt>
                <c:pt idx="5324">
                  <c:v>235.97924071303279</c:v>
                </c:pt>
                <c:pt idx="5325">
                  <c:v>235.9915590434567</c:v>
                </c:pt>
                <c:pt idx="5326">
                  <c:v>236.00387371189819</c:v>
                </c:pt>
                <c:pt idx="5327">
                  <c:v>236.0161881085136</c:v>
                </c:pt>
                <c:pt idx="5328">
                  <c:v>236.0284825268123</c:v>
                </c:pt>
                <c:pt idx="5329">
                  <c:v>236.04077507892421</c:v>
                </c:pt>
                <c:pt idx="5330">
                  <c:v>236.053063252855</c:v>
                </c:pt>
                <c:pt idx="5331">
                  <c:v>236.06534834023969</c:v>
                </c:pt>
                <c:pt idx="5332">
                  <c:v>236.0776308241521</c:v>
                </c:pt>
                <c:pt idx="5333">
                  <c:v>236.08990057674509</c:v>
                </c:pt>
                <c:pt idx="5334">
                  <c:v>236.1021677393565</c:v>
                </c:pt>
                <c:pt idx="5335">
                  <c:v>236.1144193007375</c:v>
                </c:pt>
                <c:pt idx="5336">
                  <c:v>236.12667070290081</c:v>
                </c:pt>
                <c:pt idx="5337">
                  <c:v>236.13891625439561</c:v>
                </c:pt>
                <c:pt idx="5338">
                  <c:v>236.15115254045321</c:v>
                </c:pt>
                <c:pt idx="5339">
                  <c:v>236.16338746738879</c:v>
                </c:pt>
                <c:pt idx="5340">
                  <c:v>236.17561253882059</c:v>
                </c:pt>
                <c:pt idx="5341">
                  <c:v>236.18783257693221</c:v>
                </c:pt>
                <c:pt idx="5342">
                  <c:v>236.20003903482589</c:v>
                </c:pt>
                <c:pt idx="5343">
                  <c:v>236.2122392882728</c:v>
                </c:pt>
                <c:pt idx="5344">
                  <c:v>236.22443487800831</c:v>
                </c:pt>
                <c:pt idx="5345">
                  <c:v>236.23661412132881</c:v>
                </c:pt>
                <c:pt idx="5346">
                  <c:v>236.24879159157399</c:v>
                </c:pt>
                <c:pt idx="5347">
                  <c:v>236.26096473772941</c:v>
                </c:pt>
                <c:pt idx="5348">
                  <c:v>236.27312458183991</c:v>
                </c:pt>
                <c:pt idx="5349">
                  <c:v>236.28528123919611</c:v>
                </c:pt>
                <c:pt idx="5350">
                  <c:v>236.2974362367371</c:v>
                </c:pt>
                <c:pt idx="5351">
                  <c:v>236.30958890775781</c:v>
                </c:pt>
                <c:pt idx="5352">
                  <c:v>236.32173761262649</c:v>
                </c:pt>
                <c:pt idx="5353">
                  <c:v>236.3338823284904</c:v>
                </c:pt>
                <c:pt idx="5354">
                  <c:v>236.34602461925601</c:v>
                </c:pt>
                <c:pt idx="5355">
                  <c:v>236.3581641510446</c:v>
                </c:pt>
                <c:pt idx="5356">
                  <c:v>236.37030146408421</c:v>
                </c:pt>
                <c:pt idx="5357">
                  <c:v>236.3824380693722</c:v>
                </c:pt>
                <c:pt idx="5358">
                  <c:v>236.3945632295522</c:v>
                </c:pt>
                <c:pt idx="5359">
                  <c:v>236.40668081013601</c:v>
                </c:pt>
                <c:pt idx="5360">
                  <c:v>236.41879768985811</c:v>
                </c:pt>
                <c:pt idx="5361">
                  <c:v>236.43090687446491</c:v>
                </c:pt>
                <c:pt idx="5362">
                  <c:v>236.44301108387259</c:v>
                </c:pt>
                <c:pt idx="5363">
                  <c:v>236.45510941373041</c:v>
                </c:pt>
                <c:pt idx="5364">
                  <c:v>236.46718970836369</c:v>
                </c:pt>
                <c:pt idx="5365">
                  <c:v>236.4792553268891</c:v>
                </c:pt>
                <c:pt idx="5366">
                  <c:v>236.49131246603841</c:v>
                </c:pt>
                <c:pt idx="5367">
                  <c:v>236.503363360989</c:v>
                </c:pt>
                <c:pt idx="5368">
                  <c:v>236.51541267867111</c:v>
                </c:pt>
                <c:pt idx="5369">
                  <c:v>236.52745862375801</c:v>
                </c:pt>
                <c:pt idx="5370">
                  <c:v>236.53950009879901</c:v>
                </c:pt>
                <c:pt idx="5371">
                  <c:v>236.55153931612949</c:v>
                </c:pt>
                <c:pt idx="5372">
                  <c:v>236.5635687558011</c:v>
                </c:pt>
                <c:pt idx="5373">
                  <c:v>236.57555322991621</c:v>
                </c:pt>
                <c:pt idx="5374">
                  <c:v>236.58752493403711</c:v>
                </c:pt>
                <c:pt idx="5375">
                  <c:v>236.59949565767349</c:v>
                </c:pt>
                <c:pt idx="5376">
                  <c:v>236.61145061493849</c:v>
                </c:pt>
                <c:pt idx="5377">
                  <c:v>236.62340502364239</c:v>
                </c:pt>
                <c:pt idx="5378">
                  <c:v>236.63535648616121</c:v>
                </c:pt>
                <c:pt idx="5379">
                  <c:v>236.6473022909845</c:v>
                </c:pt>
                <c:pt idx="5380">
                  <c:v>236.65922056563949</c:v>
                </c:pt>
                <c:pt idx="5381">
                  <c:v>236.671136355192</c:v>
                </c:pt>
                <c:pt idx="5382">
                  <c:v>236.68305143628061</c:v>
                </c:pt>
                <c:pt idx="5383">
                  <c:v>236.69495614371749</c:v>
                </c:pt>
                <c:pt idx="5384">
                  <c:v>236.7068568738157</c:v>
                </c:pt>
                <c:pt idx="5385">
                  <c:v>236.71875623851261</c:v>
                </c:pt>
                <c:pt idx="5386">
                  <c:v>236.73064961449771</c:v>
                </c:pt>
                <c:pt idx="5387">
                  <c:v>236.74254285916689</c:v>
                </c:pt>
                <c:pt idx="5388">
                  <c:v>236.75443510090051</c:v>
                </c:pt>
                <c:pt idx="5389">
                  <c:v>236.7663157415688</c:v>
                </c:pt>
                <c:pt idx="5390">
                  <c:v>236.77818974766569</c:v>
                </c:pt>
                <c:pt idx="5391">
                  <c:v>236.7900621022022</c:v>
                </c:pt>
                <c:pt idx="5392">
                  <c:v>236.8019239788438</c:v>
                </c:pt>
                <c:pt idx="5393">
                  <c:v>236.81378468752939</c:v>
                </c:pt>
                <c:pt idx="5394">
                  <c:v>236.82562816248739</c:v>
                </c:pt>
                <c:pt idx="5395">
                  <c:v>236.83747156648789</c:v>
                </c:pt>
                <c:pt idx="5396">
                  <c:v>236.84930889159659</c:v>
                </c:pt>
                <c:pt idx="5397">
                  <c:v>236.86111402339489</c:v>
                </c:pt>
                <c:pt idx="5398">
                  <c:v>236.8729174673077</c:v>
                </c:pt>
                <c:pt idx="5399">
                  <c:v>236.88470940155639</c:v>
                </c:pt>
                <c:pt idx="5400">
                  <c:v>236.89650130602249</c:v>
                </c:pt>
                <c:pt idx="5401">
                  <c:v>236.90828837528059</c:v>
                </c:pt>
                <c:pt idx="5402">
                  <c:v>236.92005393182461</c:v>
                </c:pt>
                <c:pt idx="5403">
                  <c:v>236.93181700536849</c:v>
                </c:pt>
                <c:pt idx="5404">
                  <c:v>236.94355608009431</c:v>
                </c:pt>
                <c:pt idx="5405">
                  <c:v>236.95529466904969</c:v>
                </c:pt>
                <c:pt idx="5406">
                  <c:v>236.9670195511209</c:v>
                </c:pt>
                <c:pt idx="5407">
                  <c:v>236.9787249629691</c:v>
                </c:pt>
                <c:pt idx="5408">
                  <c:v>236.9904294492091</c:v>
                </c:pt>
                <c:pt idx="5409">
                  <c:v>237.0021240055527</c:v>
                </c:pt>
                <c:pt idx="5410">
                  <c:v>237.01381473913031</c:v>
                </c:pt>
                <c:pt idx="5411">
                  <c:v>237.0255032022811</c:v>
                </c:pt>
                <c:pt idx="5412">
                  <c:v>237.03717191486831</c:v>
                </c:pt>
                <c:pt idx="5413">
                  <c:v>237.04883708245259</c:v>
                </c:pt>
                <c:pt idx="5414">
                  <c:v>237.06049997853339</c:v>
                </c:pt>
                <c:pt idx="5415">
                  <c:v>237.0721597840741</c:v>
                </c:pt>
                <c:pt idx="5416">
                  <c:v>237.083812724951</c:v>
                </c:pt>
                <c:pt idx="5417">
                  <c:v>237.09544991137739</c:v>
                </c:pt>
                <c:pt idx="5418">
                  <c:v>237.10708625873451</c:v>
                </c:pt>
                <c:pt idx="5419">
                  <c:v>237.11872183147599</c:v>
                </c:pt>
                <c:pt idx="5420">
                  <c:v>237.1303552427126</c:v>
                </c:pt>
                <c:pt idx="5421">
                  <c:v>237.1419823477531</c:v>
                </c:pt>
                <c:pt idx="5422">
                  <c:v>237.15359968413489</c:v>
                </c:pt>
                <c:pt idx="5423">
                  <c:v>237.16521589726929</c:v>
                </c:pt>
                <c:pt idx="5424">
                  <c:v>237.17682957979989</c:v>
                </c:pt>
                <c:pt idx="5425">
                  <c:v>237.1884086698085</c:v>
                </c:pt>
                <c:pt idx="5426">
                  <c:v>237.19998527977171</c:v>
                </c:pt>
                <c:pt idx="5427">
                  <c:v>237.21156039337711</c:v>
                </c:pt>
                <c:pt idx="5428">
                  <c:v>237.2231345115253</c:v>
                </c:pt>
                <c:pt idx="5429">
                  <c:v>237.2347039881042</c:v>
                </c:pt>
                <c:pt idx="5430">
                  <c:v>237.2462670101265</c:v>
                </c:pt>
                <c:pt idx="5431">
                  <c:v>237.2578218251075</c:v>
                </c:pt>
                <c:pt idx="5432">
                  <c:v>237.26936789252079</c:v>
                </c:pt>
                <c:pt idx="5433">
                  <c:v>237.28091056123711</c:v>
                </c:pt>
                <c:pt idx="5434">
                  <c:v>237.2924478841787</c:v>
                </c:pt>
                <c:pt idx="5435">
                  <c:v>237.30398265659829</c:v>
                </c:pt>
                <c:pt idx="5436">
                  <c:v>237.31551034436069</c:v>
                </c:pt>
                <c:pt idx="5437">
                  <c:v>237.32703502480459</c:v>
                </c:pt>
                <c:pt idx="5438">
                  <c:v>237.33853544130341</c:v>
                </c:pt>
                <c:pt idx="5439">
                  <c:v>237.35003487316081</c:v>
                </c:pt>
                <c:pt idx="5440">
                  <c:v>237.36152811440411</c:v>
                </c:pt>
                <c:pt idx="5441">
                  <c:v>237.3730175799632</c:v>
                </c:pt>
                <c:pt idx="5442">
                  <c:v>237.38450452990941</c:v>
                </c:pt>
                <c:pt idx="5443">
                  <c:v>237.39598811051539</c:v>
                </c:pt>
                <c:pt idx="5444">
                  <c:v>237.40745729348041</c:v>
                </c:pt>
                <c:pt idx="5445">
                  <c:v>237.4189250128706</c:v>
                </c:pt>
                <c:pt idx="5446">
                  <c:v>237.43037643647961</c:v>
                </c:pt>
                <c:pt idx="5447">
                  <c:v>237.44181470309269</c:v>
                </c:pt>
                <c:pt idx="5448">
                  <c:v>237.45324009782561</c:v>
                </c:pt>
                <c:pt idx="5449">
                  <c:v>237.46466149485639</c:v>
                </c:pt>
                <c:pt idx="5450">
                  <c:v>237.47607803767659</c:v>
                </c:pt>
                <c:pt idx="5451">
                  <c:v>237.48749208063651</c:v>
                </c:pt>
                <c:pt idx="5452">
                  <c:v>237.49890547003929</c:v>
                </c:pt>
                <c:pt idx="5453">
                  <c:v>237.51031516826001</c:v>
                </c:pt>
                <c:pt idx="5454">
                  <c:v>237.5217209660718</c:v>
                </c:pt>
                <c:pt idx="5455">
                  <c:v>237.5331139419261</c:v>
                </c:pt>
                <c:pt idx="5456">
                  <c:v>237.54450605929631</c:v>
                </c:pt>
                <c:pt idx="5457">
                  <c:v>237.5558938924022</c:v>
                </c:pt>
                <c:pt idx="5458">
                  <c:v>237.56726386274499</c:v>
                </c:pt>
                <c:pt idx="5459">
                  <c:v>237.5786236918851</c:v>
                </c:pt>
                <c:pt idx="5460">
                  <c:v>237.58998351240129</c:v>
                </c:pt>
                <c:pt idx="5461">
                  <c:v>237.60132717226151</c:v>
                </c:pt>
                <c:pt idx="5462">
                  <c:v>237.61265463766799</c:v>
                </c:pt>
                <c:pt idx="5463">
                  <c:v>237.62397559087961</c:v>
                </c:pt>
                <c:pt idx="5464">
                  <c:v>237.63529258350039</c:v>
                </c:pt>
                <c:pt idx="5465">
                  <c:v>237.64660640816581</c:v>
                </c:pt>
                <c:pt idx="5466">
                  <c:v>237.65791796539841</c:v>
                </c:pt>
                <c:pt idx="5467">
                  <c:v>237.6692157708851</c:v>
                </c:pt>
                <c:pt idx="5468">
                  <c:v>237.68049521107889</c:v>
                </c:pt>
                <c:pt idx="5469">
                  <c:v>237.6917697267709</c:v>
                </c:pt>
                <c:pt idx="5470">
                  <c:v>237.70302164244029</c:v>
                </c:pt>
                <c:pt idx="5471">
                  <c:v>237.7142639080852</c:v>
                </c:pt>
                <c:pt idx="5472">
                  <c:v>237.7255049378914</c:v>
                </c:pt>
                <c:pt idx="5473">
                  <c:v>237.73674429697141</c:v>
                </c:pt>
                <c:pt idx="5474">
                  <c:v>237.74798315020709</c:v>
                </c:pt>
                <c:pt idx="5475">
                  <c:v>237.7592209245644</c:v>
                </c:pt>
                <c:pt idx="5476">
                  <c:v>237.77045335500009</c:v>
                </c:pt>
                <c:pt idx="5477">
                  <c:v>237.7816394496779</c:v>
                </c:pt>
                <c:pt idx="5478">
                  <c:v>237.79282379335811</c:v>
                </c:pt>
                <c:pt idx="5479">
                  <c:v>237.8040004488432</c:v>
                </c:pt>
                <c:pt idx="5480">
                  <c:v>237.81517039347051</c:v>
                </c:pt>
                <c:pt idx="5481">
                  <c:v>237.82633867774581</c:v>
                </c:pt>
                <c:pt idx="5482">
                  <c:v>237.83750341882489</c:v>
                </c:pt>
                <c:pt idx="5483">
                  <c:v>237.84862632729639</c:v>
                </c:pt>
                <c:pt idx="5484">
                  <c:v>237.85974794347791</c:v>
                </c:pt>
                <c:pt idx="5485">
                  <c:v>237.87086608475789</c:v>
                </c:pt>
                <c:pt idx="5486">
                  <c:v>237.88197569421411</c:v>
                </c:pt>
                <c:pt idx="5487">
                  <c:v>237.89306577579859</c:v>
                </c:pt>
                <c:pt idx="5488">
                  <c:v>237.90414484144819</c:v>
                </c:pt>
                <c:pt idx="5489">
                  <c:v>237.91519703859919</c:v>
                </c:pt>
                <c:pt idx="5490">
                  <c:v>237.92624708484249</c:v>
                </c:pt>
                <c:pt idx="5491">
                  <c:v>237.93729612553571</c:v>
                </c:pt>
                <c:pt idx="5492">
                  <c:v>237.9483448252864</c:v>
                </c:pt>
                <c:pt idx="5493">
                  <c:v>237.95939169186221</c:v>
                </c:pt>
                <c:pt idx="5494">
                  <c:v>237.97040161994181</c:v>
                </c:pt>
                <c:pt idx="5495">
                  <c:v>237.98139860821189</c:v>
                </c:pt>
                <c:pt idx="5496">
                  <c:v>237.99239049774781</c:v>
                </c:pt>
                <c:pt idx="5497">
                  <c:v>238.0033542862721</c:v>
                </c:pt>
                <c:pt idx="5498">
                  <c:v>238.01431747167979</c:v>
                </c:pt>
                <c:pt idx="5499">
                  <c:v>238.02527578297779</c:v>
                </c:pt>
                <c:pt idx="5500">
                  <c:v>238.03622227414829</c:v>
                </c:pt>
                <c:pt idx="5501">
                  <c:v>238.04716310275839</c:v>
                </c:pt>
                <c:pt idx="5502">
                  <c:v>238.05810235289101</c:v>
                </c:pt>
                <c:pt idx="5503">
                  <c:v>238.06900599789029</c:v>
                </c:pt>
                <c:pt idx="5504">
                  <c:v>238.07990916736929</c:v>
                </c:pt>
                <c:pt idx="5505">
                  <c:v>238.0908084482015</c:v>
                </c:pt>
                <c:pt idx="5506">
                  <c:v>238.10170588723261</c:v>
                </c:pt>
                <c:pt idx="5507">
                  <c:v>238.11259518905749</c:v>
                </c:pt>
                <c:pt idx="5508">
                  <c:v>238.12347529031729</c:v>
                </c:pt>
                <c:pt idx="5509">
                  <c:v>238.13434742196279</c:v>
                </c:pt>
                <c:pt idx="5510">
                  <c:v>238.14521256833231</c:v>
                </c:pt>
                <c:pt idx="5511">
                  <c:v>238.1560728195671</c:v>
                </c:pt>
                <c:pt idx="5512">
                  <c:v>238.16692706421739</c:v>
                </c:pt>
                <c:pt idx="5513">
                  <c:v>238.17774874137541</c:v>
                </c:pt>
                <c:pt idx="5514">
                  <c:v>238.1885677474358</c:v>
                </c:pt>
                <c:pt idx="5515">
                  <c:v>238.1993774335933</c:v>
                </c:pt>
                <c:pt idx="5516">
                  <c:v>238.21018667007729</c:v>
                </c:pt>
                <c:pt idx="5517">
                  <c:v>238.22099443923591</c:v>
                </c:pt>
                <c:pt idx="5518">
                  <c:v>238.23180166162831</c:v>
                </c:pt>
                <c:pt idx="5519">
                  <c:v>238.2425964775166</c:v>
                </c:pt>
                <c:pt idx="5520">
                  <c:v>238.25337068188571</c:v>
                </c:pt>
                <c:pt idx="5521">
                  <c:v>238.26412360111661</c:v>
                </c:pt>
                <c:pt idx="5522">
                  <c:v>238.27486858497491</c:v>
                </c:pt>
                <c:pt idx="5523">
                  <c:v>238.2856098133951</c:v>
                </c:pt>
                <c:pt idx="5524">
                  <c:v>238.29633449014861</c:v>
                </c:pt>
                <c:pt idx="5525">
                  <c:v>238.30705399717979</c:v>
                </c:pt>
                <c:pt idx="5526">
                  <c:v>238.31777286709061</c:v>
                </c:pt>
                <c:pt idx="5527">
                  <c:v>238.32848907736121</c:v>
                </c:pt>
                <c:pt idx="5528">
                  <c:v>238.33919804160911</c:v>
                </c:pt>
                <c:pt idx="5529">
                  <c:v>238.34989837328371</c:v>
                </c:pt>
                <c:pt idx="5530">
                  <c:v>238.36058814212589</c:v>
                </c:pt>
                <c:pt idx="5531">
                  <c:v>238.37126412809539</c:v>
                </c:pt>
                <c:pt idx="5532">
                  <c:v>238.38193681146831</c:v>
                </c:pt>
                <c:pt idx="5533">
                  <c:v>238.3926092185547</c:v>
                </c:pt>
                <c:pt idx="5534">
                  <c:v>238.40327822006941</c:v>
                </c:pt>
                <c:pt idx="5535">
                  <c:v>238.4139453812584</c:v>
                </c:pt>
                <c:pt idx="5536">
                  <c:v>238.4246078003205</c:v>
                </c:pt>
                <c:pt idx="5537">
                  <c:v>238.4352573834889</c:v>
                </c:pt>
                <c:pt idx="5538">
                  <c:v>238.44588794030381</c:v>
                </c:pt>
                <c:pt idx="5539">
                  <c:v>238.45650910559289</c:v>
                </c:pt>
                <c:pt idx="5540">
                  <c:v>238.46711878267629</c:v>
                </c:pt>
                <c:pt idx="5541">
                  <c:v>238.47772439312681</c:v>
                </c:pt>
                <c:pt idx="5542">
                  <c:v>238.48832400122711</c:v>
                </c:pt>
                <c:pt idx="5543">
                  <c:v>238.49892170609141</c:v>
                </c:pt>
                <c:pt idx="5544">
                  <c:v>238.50950025625619</c:v>
                </c:pt>
                <c:pt idx="5545">
                  <c:v>238.52007329475379</c:v>
                </c:pt>
                <c:pt idx="5546">
                  <c:v>238.53064574320149</c:v>
                </c:pt>
                <c:pt idx="5547">
                  <c:v>238.54119917554559</c:v>
                </c:pt>
                <c:pt idx="5548">
                  <c:v>238.5517506205241</c:v>
                </c:pt>
                <c:pt idx="5549">
                  <c:v>238.56230062467421</c:v>
                </c:pt>
                <c:pt idx="5550">
                  <c:v>238.57284399875161</c:v>
                </c:pt>
                <c:pt idx="5551">
                  <c:v>238.58338578412639</c:v>
                </c:pt>
                <c:pt idx="5552">
                  <c:v>238.5939225235258</c:v>
                </c:pt>
                <c:pt idx="5553">
                  <c:v>238.60445753558969</c:v>
                </c:pt>
                <c:pt idx="5554">
                  <c:v>238.6149907808595</c:v>
                </c:pt>
                <c:pt idx="5555">
                  <c:v>238.62550501992169</c:v>
                </c:pt>
                <c:pt idx="5556">
                  <c:v>238.63601880883479</c:v>
                </c:pt>
                <c:pt idx="5557">
                  <c:v>238.64651499777901</c:v>
                </c:pt>
                <c:pt idx="5558">
                  <c:v>238.65700258421489</c:v>
                </c:pt>
                <c:pt idx="5559">
                  <c:v>238.66747894616091</c:v>
                </c:pt>
                <c:pt idx="5560">
                  <c:v>238.6779196061278</c:v>
                </c:pt>
                <c:pt idx="5561">
                  <c:v>238.68835177038389</c:v>
                </c:pt>
                <c:pt idx="5562">
                  <c:v>238.6987767067983</c:v>
                </c:pt>
                <c:pt idx="5563">
                  <c:v>238.709189550605</c:v>
                </c:pt>
                <c:pt idx="5564">
                  <c:v>238.7196008906545</c:v>
                </c:pt>
                <c:pt idx="5565">
                  <c:v>238.73000868230491</c:v>
                </c:pt>
                <c:pt idx="5566">
                  <c:v>238.7404150564187</c:v>
                </c:pt>
                <c:pt idx="5567">
                  <c:v>238.75081629186519</c:v>
                </c:pt>
                <c:pt idx="5568">
                  <c:v>238.7612103762834</c:v>
                </c:pt>
                <c:pt idx="5569">
                  <c:v>238.7716033867633</c:v>
                </c:pt>
                <c:pt idx="5570">
                  <c:v>238.78198593203439</c:v>
                </c:pt>
                <c:pt idx="5571">
                  <c:v>238.79236827558401</c:v>
                </c:pt>
                <c:pt idx="5572">
                  <c:v>238.80274938728201</c:v>
                </c:pt>
                <c:pt idx="5573">
                  <c:v>238.81310309009359</c:v>
                </c:pt>
                <c:pt idx="5574">
                  <c:v>238.8234560666107</c:v>
                </c:pt>
                <c:pt idx="5575">
                  <c:v>238.83379169466551</c:v>
                </c:pt>
                <c:pt idx="5576">
                  <c:v>238.8441266661938</c:v>
                </c:pt>
                <c:pt idx="5577">
                  <c:v>238.854455952297</c:v>
                </c:pt>
                <c:pt idx="5578">
                  <c:v>238.86478453732309</c:v>
                </c:pt>
                <c:pt idx="5579">
                  <c:v>238.87510854933731</c:v>
                </c:pt>
                <c:pt idx="5580">
                  <c:v>238.8854231701832</c:v>
                </c:pt>
                <c:pt idx="5581">
                  <c:v>238.8957297740001</c:v>
                </c:pt>
                <c:pt idx="5582">
                  <c:v>238.9060229509887</c:v>
                </c:pt>
                <c:pt idx="5583">
                  <c:v>238.9163035986119</c:v>
                </c:pt>
                <c:pt idx="5584">
                  <c:v>238.92658071412311</c:v>
                </c:pt>
                <c:pt idx="5585">
                  <c:v>238.93685388408281</c:v>
                </c:pt>
                <c:pt idx="5586">
                  <c:v>238.94712475475009</c:v>
                </c:pt>
                <c:pt idx="5587">
                  <c:v>238.9573877672735</c:v>
                </c:pt>
                <c:pt idx="5588">
                  <c:v>238.96762630769709</c:v>
                </c:pt>
                <c:pt idx="5589">
                  <c:v>238.97785797758249</c:v>
                </c:pt>
                <c:pt idx="5590">
                  <c:v>238.9880878586543</c:v>
                </c:pt>
                <c:pt idx="5591">
                  <c:v>238.99831543713839</c:v>
                </c:pt>
                <c:pt idx="5592">
                  <c:v>239.00853947705659</c:v>
                </c:pt>
                <c:pt idx="5593">
                  <c:v>239.0187287966416</c:v>
                </c:pt>
                <c:pt idx="5594">
                  <c:v>239.02891297745521</c:v>
                </c:pt>
                <c:pt idx="5595">
                  <c:v>239.0390707952017</c:v>
                </c:pt>
                <c:pt idx="5596">
                  <c:v>239.04922122326889</c:v>
                </c:pt>
                <c:pt idx="5597">
                  <c:v>239.05934723209629</c:v>
                </c:pt>
                <c:pt idx="5598">
                  <c:v>239.06946319045099</c:v>
                </c:pt>
                <c:pt idx="5599">
                  <c:v>239.07957273719501</c:v>
                </c:pt>
                <c:pt idx="5600">
                  <c:v>239.0896729040434</c:v>
                </c:pt>
                <c:pt idx="5601">
                  <c:v>239.0997693780773</c:v>
                </c:pt>
                <c:pt idx="5602">
                  <c:v>239.10985568429129</c:v>
                </c:pt>
                <c:pt idx="5603">
                  <c:v>239.11992070456179</c:v>
                </c:pt>
                <c:pt idx="5604">
                  <c:v>239.129981670288</c:v>
                </c:pt>
                <c:pt idx="5605">
                  <c:v>239.1400358877184</c:v>
                </c:pt>
                <c:pt idx="5606">
                  <c:v>239.15008976450449</c:v>
                </c:pt>
                <c:pt idx="5607">
                  <c:v>239.16013450918041</c:v>
                </c:pt>
                <c:pt idx="5608">
                  <c:v>239.17017140705221</c:v>
                </c:pt>
                <c:pt idx="5609">
                  <c:v>239.18020603238159</c:v>
                </c:pt>
                <c:pt idx="5610">
                  <c:v>239.1902327287614</c:v>
                </c:pt>
                <c:pt idx="5611">
                  <c:v>239.20024830202649</c:v>
                </c:pt>
                <c:pt idx="5612">
                  <c:v>239.21026081871361</c:v>
                </c:pt>
                <c:pt idx="5613">
                  <c:v>239.2202698629751</c:v>
                </c:pt>
                <c:pt idx="5614">
                  <c:v>239.23027693092541</c:v>
                </c:pt>
                <c:pt idx="5615">
                  <c:v>239.24028011419861</c:v>
                </c:pt>
                <c:pt idx="5616">
                  <c:v>239.25027939564859</c:v>
                </c:pt>
                <c:pt idx="5617">
                  <c:v>239.26027670121749</c:v>
                </c:pt>
                <c:pt idx="5618">
                  <c:v>239.2702686808187</c:v>
                </c:pt>
                <c:pt idx="5619">
                  <c:v>239.28025701249649</c:v>
                </c:pt>
                <c:pt idx="5620">
                  <c:v>239.2902287090655</c:v>
                </c:pt>
                <c:pt idx="5621">
                  <c:v>239.30019720127581</c:v>
                </c:pt>
                <c:pt idx="5622">
                  <c:v>239.31015033402241</c:v>
                </c:pt>
                <c:pt idx="5623">
                  <c:v>239.32008322317691</c:v>
                </c:pt>
                <c:pt idx="5624">
                  <c:v>239.33000312278139</c:v>
                </c:pt>
                <c:pt idx="5625">
                  <c:v>239.33992096794589</c:v>
                </c:pt>
                <c:pt idx="5626">
                  <c:v>239.34982667412959</c:v>
                </c:pt>
                <c:pt idx="5627">
                  <c:v>239.35972376718919</c:v>
                </c:pt>
                <c:pt idx="5628">
                  <c:v>239.36961590932339</c:v>
                </c:pt>
                <c:pt idx="5629">
                  <c:v>239.3794995038526</c:v>
                </c:pt>
                <c:pt idx="5630">
                  <c:v>239.38936617260171</c:v>
                </c:pt>
                <c:pt idx="5631">
                  <c:v>239.3992321339166</c:v>
                </c:pt>
                <c:pt idx="5632">
                  <c:v>239.40909541500059</c:v>
                </c:pt>
                <c:pt idx="5633">
                  <c:v>239.41895383073839</c:v>
                </c:pt>
                <c:pt idx="5634">
                  <c:v>239.42880034129089</c:v>
                </c:pt>
                <c:pt idx="5635">
                  <c:v>239.4386451037031</c:v>
                </c:pt>
                <c:pt idx="5636">
                  <c:v>239.4484869139651</c:v>
                </c:pt>
                <c:pt idx="5637">
                  <c:v>239.4583189802334</c:v>
                </c:pt>
                <c:pt idx="5638">
                  <c:v>239.4681211721786</c:v>
                </c:pt>
                <c:pt idx="5639">
                  <c:v>239.47790355260531</c:v>
                </c:pt>
                <c:pt idx="5640">
                  <c:v>239.48768486904069</c:v>
                </c:pt>
                <c:pt idx="5641">
                  <c:v>239.49744886664701</c:v>
                </c:pt>
                <c:pt idx="5642">
                  <c:v>239.507202278009</c:v>
                </c:pt>
                <c:pt idx="5643">
                  <c:v>239.51694320658751</c:v>
                </c:pt>
                <c:pt idx="5644">
                  <c:v>239.5266483213251</c:v>
                </c:pt>
                <c:pt idx="5645">
                  <c:v>239.5363501618541</c:v>
                </c:pt>
                <c:pt idx="5646">
                  <c:v>239.5460421448536</c:v>
                </c:pt>
                <c:pt idx="5647">
                  <c:v>239.55573125966669</c:v>
                </c:pt>
                <c:pt idx="5648">
                  <c:v>239.565414964361</c:v>
                </c:pt>
                <c:pt idx="5649">
                  <c:v>239.5750769172748</c:v>
                </c:pt>
                <c:pt idx="5650">
                  <c:v>239.58471351486901</c:v>
                </c:pt>
                <c:pt idx="5651">
                  <c:v>239.59434411487101</c:v>
                </c:pt>
                <c:pt idx="5652">
                  <c:v>239.60397395762459</c:v>
                </c:pt>
                <c:pt idx="5653">
                  <c:v>239.613602645865</c:v>
                </c:pt>
                <c:pt idx="5654">
                  <c:v>239.6232280677429</c:v>
                </c:pt>
                <c:pt idx="5655">
                  <c:v>239.63284934037529</c:v>
                </c:pt>
                <c:pt idx="5656">
                  <c:v>239.64245093874831</c:v>
                </c:pt>
                <c:pt idx="5657">
                  <c:v>239.65204859285501</c:v>
                </c:pt>
                <c:pt idx="5658">
                  <c:v>239.66163489059821</c:v>
                </c:pt>
                <c:pt idx="5659">
                  <c:v>239.67120151945551</c:v>
                </c:pt>
                <c:pt idx="5660">
                  <c:v>239.68076032163219</c:v>
                </c:pt>
                <c:pt idx="5661">
                  <c:v>239.6903177138843</c:v>
                </c:pt>
                <c:pt idx="5662">
                  <c:v>239.69986829649719</c:v>
                </c:pt>
                <c:pt idx="5663">
                  <c:v>239.7094183612237</c:v>
                </c:pt>
                <c:pt idx="5664">
                  <c:v>239.71896621822799</c:v>
                </c:pt>
                <c:pt idx="5665">
                  <c:v>239.7285107261342</c:v>
                </c:pt>
                <c:pt idx="5666">
                  <c:v>239.73805187854649</c:v>
                </c:pt>
                <c:pt idx="5667">
                  <c:v>239.7475834253207</c:v>
                </c:pt>
                <c:pt idx="5668">
                  <c:v>239.7571138053388</c:v>
                </c:pt>
                <c:pt idx="5669">
                  <c:v>239.76664331881349</c:v>
                </c:pt>
                <c:pt idx="5670">
                  <c:v>239.77616605954489</c:v>
                </c:pt>
                <c:pt idx="5671">
                  <c:v>239.7856832743297</c:v>
                </c:pt>
                <c:pt idx="5672">
                  <c:v>239.79519242181749</c:v>
                </c:pt>
                <c:pt idx="5673">
                  <c:v>239.80468057878539</c:v>
                </c:pt>
                <c:pt idx="5674">
                  <c:v>239.81416156064341</c:v>
                </c:pt>
                <c:pt idx="5675">
                  <c:v>239.8236410339407</c:v>
                </c:pt>
                <c:pt idx="5676">
                  <c:v>239.83310751588081</c:v>
                </c:pt>
                <c:pt idx="5677">
                  <c:v>239.8425714886182</c:v>
                </c:pt>
                <c:pt idx="5678">
                  <c:v>239.85202796705761</c:v>
                </c:pt>
                <c:pt idx="5679">
                  <c:v>239.86148408088579</c:v>
                </c:pt>
                <c:pt idx="5680">
                  <c:v>239.87092379689969</c:v>
                </c:pt>
                <c:pt idx="5681">
                  <c:v>239.88036256655971</c:v>
                </c:pt>
                <c:pt idx="5682">
                  <c:v>239.8897879496962</c:v>
                </c:pt>
                <c:pt idx="5683">
                  <c:v>239.8991874348373</c:v>
                </c:pt>
                <c:pt idx="5684">
                  <c:v>239.90858261280059</c:v>
                </c:pt>
                <c:pt idx="5685">
                  <c:v>239.91797572684629</c:v>
                </c:pt>
                <c:pt idx="5686">
                  <c:v>239.92735091905359</c:v>
                </c:pt>
                <c:pt idx="5687">
                  <c:v>239.93672158199621</c:v>
                </c:pt>
                <c:pt idx="5688">
                  <c:v>239.94608662866941</c:v>
                </c:pt>
                <c:pt idx="5689">
                  <c:v>239.95542445469471</c:v>
                </c:pt>
                <c:pt idx="5690">
                  <c:v>239.96473058715489</c:v>
                </c:pt>
                <c:pt idx="5691">
                  <c:v>239.97402438623729</c:v>
                </c:pt>
                <c:pt idx="5692">
                  <c:v>239.9833073671096</c:v>
                </c:pt>
                <c:pt idx="5693">
                  <c:v>239.99256653018921</c:v>
                </c:pt>
                <c:pt idx="5694">
                  <c:v>240.0018184281212</c:v>
                </c:pt>
                <c:pt idx="5695">
                  <c:v>240.01106813153461</c:v>
                </c:pt>
                <c:pt idx="5696">
                  <c:v>240.02031672542751</c:v>
                </c:pt>
                <c:pt idx="5697">
                  <c:v>240.029561204635</c:v>
                </c:pt>
                <c:pt idx="5698">
                  <c:v>240.0388033925706</c:v>
                </c:pt>
                <c:pt idx="5699">
                  <c:v>240.04804272649619</c:v>
                </c:pt>
                <c:pt idx="5700">
                  <c:v>240.05727234248721</c:v>
                </c:pt>
                <c:pt idx="5701">
                  <c:v>240.0664931096463</c:v>
                </c:pt>
                <c:pt idx="5702">
                  <c:v>240.0756843601572</c:v>
                </c:pt>
                <c:pt idx="5703">
                  <c:v>240.08486003834199</c:v>
                </c:pt>
                <c:pt idx="5704">
                  <c:v>240.09403183306509</c:v>
                </c:pt>
                <c:pt idx="5705">
                  <c:v>240.10319566044231</c:v>
                </c:pt>
                <c:pt idx="5706">
                  <c:v>240.11235374616811</c:v>
                </c:pt>
                <c:pt idx="5707">
                  <c:v>240.1214997007753</c:v>
                </c:pt>
                <c:pt idx="5708">
                  <c:v>240.13063821122961</c:v>
                </c:pt>
                <c:pt idx="5709">
                  <c:v>240.1397765857794</c:v>
                </c:pt>
                <c:pt idx="5710">
                  <c:v>240.1489140205498</c:v>
                </c:pt>
                <c:pt idx="5711">
                  <c:v>240.15805090325171</c:v>
                </c:pt>
                <c:pt idx="5712">
                  <c:v>240.1671838185874</c:v>
                </c:pt>
                <c:pt idx="5713">
                  <c:v>240.17631482782451</c:v>
                </c:pt>
                <c:pt idx="5714">
                  <c:v>240.18542866321749</c:v>
                </c:pt>
                <c:pt idx="5715">
                  <c:v>240.1945399939047</c:v>
                </c:pt>
                <c:pt idx="5716">
                  <c:v>240.20363472084239</c:v>
                </c:pt>
                <c:pt idx="5717">
                  <c:v>240.21271412614729</c:v>
                </c:pt>
                <c:pt idx="5718">
                  <c:v>240.22179247010661</c:v>
                </c:pt>
                <c:pt idx="5719">
                  <c:v>240.23086930810021</c:v>
                </c:pt>
                <c:pt idx="5720">
                  <c:v>240.23993551709259</c:v>
                </c:pt>
                <c:pt idx="5721">
                  <c:v>240.24900019530361</c:v>
                </c:pt>
                <c:pt idx="5722">
                  <c:v>240.25803704809829</c:v>
                </c:pt>
                <c:pt idx="5723">
                  <c:v>240.26706229882171</c:v>
                </c:pt>
                <c:pt idx="5724">
                  <c:v>240.27607122835121</c:v>
                </c:pt>
                <c:pt idx="5725">
                  <c:v>240.2850428104102</c:v>
                </c:pt>
                <c:pt idx="5726">
                  <c:v>240.29397512528399</c:v>
                </c:pt>
                <c:pt idx="5727">
                  <c:v>240.3029053025754</c:v>
                </c:pt>
                <c:pt idx="5728">
                  <c:v>240.31181644453679</c:v>
                </c:pt>
                <c:pt idx="5729">
                  <c:v>240.3207271237498</c:v>
                </c:pt>
                <c:pt idx="5730">
                  <c:v>240.32961632331171</c:v>
                </c:pt>
                <c:pt idx="5731">
                  <c:v>240.3385021259227</c:v>
                </c:pt>
                <c:pt idx="5732">
                  <c:v>240.34738791144599</c:v>
                </c:pt>
                <c:pt idx="5733">
                  <c:v>240.35627016831921</c:v>
                </c:pt>
                <c:pt idx="5734">
                  <c:v>240.36515097649971</c:v>
                </c:pt>
                <c:pt idx="5735">
                  <c:v>240.37401729697501</c:v>
                </c:pt>
                <c:pt idx="5736">
                  <c:v>240.38287005781811</c:v>
                </c:pt>
                <c:pt idx="5737">
                  <c:v>240.39171984467731</c:v>
                </c:pt>
                <c:pt idx="5738">
                  <c:v>240.40056673794109</c:v>
                </c:pt>
                <c:pt idx="5739">
                  <c:v>240.40941041054199</c:v>
                </c:pt>
                <c:pt idx="5740">
                  <c:v>240.41824885717381</c:v>
                </c:pt>
                <c:pt idx="5741">
                  <c:v>240.4270822009332</c:v>
                </c:pt>
                <c:pt idx="5742">
                  <c:v>240.43591409542421</c:v>
                </c:pt>
                <c:pt idx="5743">
                  <c:v>240.44474060904409</c:v>
                </c:pt>
                <c:pt idx="5744">
                  <c:v>240.4535531628471</c:v>
                </c:pt>
                <c:pt idx="5745">
                  <c:v>240.46236548450571</c:v>
                </c:pt>
                <c:pt idx="5746">
                  <c:v>240.47117347910259</c:v>
                </c:pt>
                <c:pt idx="5747">
                  <c:v>240.47997702253579</c:v>
                </c:pt>
                <c:pt idx="5748">
                  <c:v>240.4887778956363</c:v>
                </c:pt>
                <c:pt idx="5749">
                  <c:v>240.4975766906181</c:v>
                </c:pt>
                <c:pt idx="5750">
                  <c:v>240.50637504957379</c:v>
                </c:pt>
                <c:pt idx="5751">
                  <c:v>240.51516971762999</c:v>
                </c:pt>
                <c:pt idx="5752">
                  <c:v>240.52395486767881</c:v>
                </c:pt>
                <c:pt idx="5753">
                  <c:v>240.53273966943519</c:v>
                </c:pt>
                <c:pt idx="5754">
                  <c:v>240.54150358804409</c:v>
                </c:pt>
                <c:pt idx="5755">
                  <c:v>240.55025366667061</c:v>
                </c:pt>
                <c:pt idx="5756">
                  <c:v>240.55897896110969</c:v>
                </c:pt>
                <c:pt idx="5757">
                  <c:v>240.56768608520051</c:v>
                </c:pt>
                <c:pt idx="5758">
                  <c:v>240.5763896977561</c:v>
                </c:pt>
                <c:pt idx="5759">
                  <c:v>240.5850906868647</c:v>
                </c:pt>
                <c:pt idx="5760">
                  <c:v>240.59378446825329</c:v>
                </c:pt>
                <c:pt idx="5761">
                  <c:v>240.60247231380271</c:v>
                </c:pt>
                <c:pt idx="5762">
                  <c:v>240.61113968061829</c:v>
                </c:pt>
                <c:pt idx="5763">
                  <c:v>240.61980672729601</c:v>
                </c:pt>
                <c:pt idx="5764">
                  <c:v>240.6284724506352</c:v>
                </c:pt>
                <c:pt idx="5765">
                  <c:v>240.63712444721691</c:v>
                </c:pt>
                <c:pt idx="5766">
                  <c:v>240.64576645839</c:v>
                </c:pt>
                <c:pt idx="5767">
                  <c:v>240.65440558848201</c:v>
                </c:pt>
                <c:pt idx="5768">
                  <c:v>240.66302550060871</c:v>
                </c:pt>
                <c:pt idx="5769">
                  <c:v>240.6716410929578</c:v>
                </c:pt>
                <c:pt idx="5770">
                  <c:v>240.6802552037895</c:v>
                </c:pt>
                <c:pt idx="5771">
                  <c:v>240.68886130634249</c:v>
                </c:pt>
                <c:pt idx="5772">
                  <c:v>240.6974619188974</c:v>
                </c:pt>
                <c:pt idx="5773">
                  <c:v>240.70606069649901</c:v>
                </c:pt>
                <c:pt idx="5774">
                  <c:v>240.7146545224121</c:v>
                </c:pt>
                <c:pt idx="5775">
                  <c:v>240.72324561932359</c:v>
                </c:pt>
                <c:pt idx="5776">
                  <c:v>240.73183466039191</c:v>
                </c:pt>
                <c:pt idx="5777">
                  <c:v>240.74040886907369</c:v>
                </c:pt>
                <c:pt idx="5778">
                  <c:v>240.74893358369991</c:v>
                </c:pt>
                <c:pt idx="5779">
                  <c:v>240.75745188868291</c:v>
                </c:pt>
                <c:pt idx="5780">
                  <c:v>240.76596531081651</c:v>
                </c:pt>
                <c:pt idx="5781">
                  <c:v>240.77445922801431</c:v>
                </c:pt>
                <c:pt idx="5782">
                  <c:v>240.78294008657079</c:v>
                </c:pt>
                <c:pt idx="5783">
                  <c:v>240.79141138355121</c:v>
                </c:pt>
                <c:pt idx="5784">
                  <c:v>240.79986593463479</c:v>
                </c:pt>
                <c:pt idx="5785">
                  <c:v>240.80829993571911</c:v>
                </c:pt>
                <c:pt idx="5786">
                  <c:v>240.81673237928129</c:v>
                </c:pt>
                <c:pt idx="5787">
                  <c:v>240.82516180627181</c:v>
                </c:pt>
                <c:pt idx="5788">
                  <c:v>240.8335738313321</c:v>
                </c:pt>
                <c:pt idx="5789">
                  <c:v>240.84196066434271</c:v>
                </c:pt>
                <c:pt idx="5790">
                  <c:v>240.85033969313821</c:v>
                </c:pt>
                <c:pt idx="5791">
                  <c:v>240.85871748427431</c:v>
                </c:pt>
                <c:pt idx="5792">
                  <c:v>240.8670848892572</c:v>
                </c:pt>
                <c:pt idx="5793">
                  <c:v>240.87544244333569</c:v>
                </c:pt>
                <c:pt idx="5794">
                  <c:v>240.883777560276</c:v>
                </c:pt>
                <c:pt idx="5795">
                  <c:v>240.89211143041709</c:v>
                </c:pt>
                <c:pt idx="5796">
                  <c:v>240.9004443716702</c:v>
                </c:pt>
                <c:pt idx="5797">
                  <c:v>240.90877039542201</c:v>
                </c:pt>
                <c:pt idx="5798">
                  <c:v>240.91708398757831</c:v>
                </c:pt>
                <c:pt idx="5799">
                  <c:v>240.92536308782269</c:v>
                </c:pt>
                <c:pt idx="5800">
                  <c:v>240.93364218060361</c:v>
                </c:pt>
                <c:pt idx="5801">
                  <c:v>240.94191133789991</c:v>
                </c:pt>
                <c:pt idx="5802">
                  <c:v>240.95017257578709</c:v>
                </c:pt>
                <c:pt idx="5803">
                  <c:v>240.9584332036149</c:v>
                </c:pt>
                <c:pt idx="5804">
                  <c:v>240.9666882477427</c:v>
                </c:pt>
                <c:pt idx="5805">
                  <c:v>240.97493443171791</c:v>
                </c:pt>
                <c:pt idx="5806">
                  <c:v>240.9831733292821</c:v>
                </c:pt>
                <c:pt idx="5807">
                  <c:v>240.99140439754149</c:v>
                </c:pt>
                <c:pt idx="5808">
                  <c:v>240.9996257081861</c:v>
                </c:pt>
                <c:pt idx="5809">
                  <c:v>241.00784541605771</c:v>
                </c:pt>
                <c:pt idx="5810">
                  <c:v>241.01606201175491</c:v>
                </c:pt>
                <c:pt idx="5811">
                  <c:v>241.02427325712779</c:v>
                </c:pt>
                <c:pt idx="5812">
                  <c:v>241.0324763833826</c:v>
                </c:pt>
                <c:pt idx="5813">
                  <c:v>241.04066623291439</c:v>
                </c:pt>
                <c:pt idx="5814">
                  <c:v>241.04885422789181</c:v>
                </c:pt>
                <c:pt idx="5815">
                  <c:v>241.0570252869023</c:v>
                </c:pt>
                <c:pt idx="5816">
                  <c:v>241.06519015458699</c:v>
                </c:pt>
                <c:pt idx="5817">
                  <c:v>241.07335238893231</c:v>
                </c:pt>
                <c:pt idx="5818">
                  <c:v>241.08151212761791</c:v>
                </c:pt>
                <c:pt idx="5819">
                  <c:v>241.08966834475069</c:v>
                </c:pt>
                <c:pt idx="5820">
                  <c:v>241.0978229366842</c:v>
                </c:pt>
                <c:pt idx="5821">
                  <c:v>241.10596468559419</c:v>
                </c:pt>
                <c:pt idx="5822">
                  <c:v>241.11409352535409</c:v>
                </c:pt>
                <c:pt idx="5823">
                  <c:v>241.12222160696371</c:v>
                </c:pt>
                <c:pt idx="5824">
                  <c:v>241.13033063936351</c:v>
                </c:pt>
                <c:pt idx="5825">
                  <c:v>241.13841856547381</c:v>
                </c:pt>
                <c:pt idx="5826">
                  <c:v>241.14650628098721</c:v>
                </c:pt>
                <c:pt idx="5827">
                  <c:v>241.15457422325281</c:v>
                </c:pt>
                <c:pt idx="5828">
                  <c:v>241.162625893967</c:v>
                </c:pt>
                <c:pt idx="5829">
                  <c:v>241.1706706868207</c:v>
                </c:pt>
                <c:pt idx="5830">
                  <c:v>241.17870681126101</c:v>
                </c:pt>
                <c:pt idx="5831">
                  <c:v>241.18674262133391</c:v>
                </c:pt>
                <c:pt idx="5832">
                  <c:v>241.19477531233531</c:v>
                </c:pt>
                <c:pt idx="5833">
                  <c:v>241.2027920466434</c:v>
                </c:pt>
                <c:pt idx="5834">
                  <c:v>241.21079896470371</c:v>
                </c:pt>
                <c:pt idx="5835">
                  <c:v>241.21880561683679</c:v>
                </c:pt>
                <c:pt idx="5836">
                  <c:v>241.22680834173181</c:v>
                </c:pt>
                <c:pt idx="5837">
                  <c:v>241.23479760523239</c:v>
                </c:pt>
                <c:pt idx="5838">
                  <c:v>241.24278562614501</c:v>
                </c:pt>
                <c:pt idx="5839">
                  <c:v>241.25076764170399</c:v>
                </c:pt>
                <c:pt idx="5840">
                  <c:v>241.25874801167939</c:v>
                </c:pt>
                <c:pt idx="5841">
                  <c:v>241.26670946779791</c:v>
                </c:pt>
                <c:pt idx="5842">
                  <c:v>241.27466010190159</c:v>
                </c:pt>
                <c:pt idx="5843">
                  <c:v>241.28261013821651</c:v>
                </c:pt>
                <c:pt idx="5844">
                  <c:v>241.29055947477531</c:v>
                </c:pt>
                <c:pt idx="5845">
                  <c:v>241.2984942660579</c:v>
                </c:pt>
                <c:pt idx="5846">
                  <c:v>241.3064143900144</c:v>
                </c:pt>
                <c:pt idx="5847">
                  <c:v>241.31433397058979</c:v>
                </c:pt>
                <c:pt idx="5848">
                  <c:v>241.3222021484367</c:v>
                </c:pt>
                <c:pt idx="5849">
                  <c:v>241.33005750101231</c:v>
                </c:pt>
                <c:pt idx="5850">
                  <c:v>241.33790921391071</c:v>
                </c:pt>
                <c:pt idx="5851">
                  <c:v>241.3457509935524</c:v>
                </c:pt>
                <c:pt idx="5852">
                  <c:v>241.35355577459529</c:v>
                </c:pt>
                <c:pt idx="5853">
                  <c:v>241.3613579899108</c:v>
                </c:pt>
                <c:pt idx="5854">
                  <c:v>241.36913034771069</c:v>
                </c:pt>
                <c:pt idx="5855">
                  <c:v>241.3769015759936</c:v>
                </c:pt>
                <c:pt idx="5856">
                  <c:v>241.38466683908811</c:v>
                </c:pt>
                <c:pt idx="5857">
                  <c:v>241.39241308060539</c:v>
                </c:pt>
                <c:pt idx="5858">
                  <c:v>241.4001511707979</c:v>
                </c:pt>
                <c:pt idx="5859">
                  <c:v>241.40787426167219</c:v>
                </c:pt>
                <c:pt idx="5860">
                  <c:v>241.41557839928791</c:v>
                </c:pt>
                <c:pt idx="5861">
                  <c:v>241.4232735034339</c:v>
                </c:pt>
                <c:pt idx="5862">
                  <c:v>241.43094216351091</c:v>
                </c:pt>
                <c:pt idx="5863">
                  <c:v>241.4386090280214</c:v>
                </c:pt>
                <c:pt idx="5864">
                  <c:v>241.44627488020899</c:v>
                </c:pt>
                <c:pt idx="5865">
                  <c:v>241.4539364870102</c:v>
                </c:pt>
                <c:pt idx="5866">
                  <c:v>241.4615956806559</c:v>
                </c:pt>
                <c:pt idx="5867">
                  <c:v>241.46924997002259</c:v>
                </c:pt>
                <c:pt idx="5868">
                  <c:v>241.47689597103519</c:v>
                </c:pt>
                <c:pt idx="5869">
                  <c:v>241.48449780062259</c:v>
                </c:pt>
                <c:pt idx="5870">
                  <c:v>241.49209428344409</c:v>
                </c:pt>
                <c:pt idx="5871">
                  <c:v>241.49968685881561</c:v>
                </c:pt>
                <c:pt idx="5872">
                  <c:v>241.50726328677891</c:v>
                </c:pt>
                <c:pt idx="5873">
                  <c:v>241.51483962280369</c:v>
                </c:pt>
                <c:pt idx="5874">
                  <c:v>241.52239246353111</c:v>
                </c:pt>
                <c:pt idx="5875">
                  <c:v>241.5299238537479</c:v>
                </c:pt>
                <c:pt idx="5876">
                  <c:v>241.53744352970071</c:v>
                </c:pt>
                <c:pt idx="5877">
                  <c:v>241.54496255993129</c:v>
                </c:pt>
                <c:pt idx="5878">
                  <c:v>241.55247045393239</c:v>
                </c:pt>
                <c:pt idx="5879">
                  <c:v>241.5599768565005</c:v>
                </c:pt>
                <c:pt idx="5880">
                  <c:v>241.56747142669431</c:v>
                </c:pt>
                <c:pt idx="5881">
                  <c:v>241.57493097608941</c:v>
                </c:pt>
                <c:pt idx="5882">
                  <c:v>241.5823776976585</c:v>
                </c:pt>
                <c:pt idx="5883">
                  <c:v>241.58982324985581</c:v>
                </c:pt>
                <c:pt idx="5884">
                  <c:v>241.59725972190651</c:v>
                </c:pt>
                <c:pt idx="5885">
                  <c:v>241.60469250153841</c:v>
                </c:pt>
                <c:pt idx="5886">
                  <c:v>241.61212499259079</c:v>
                </c:pt>
                <c:pt idx="5887">
                  <c:v>241.6195573276442</c:v>
                </c:pt>
                <c:pt idx="5888">
                  <c:v>241.62698864259841</c:v>
                </c:pt>
                <c:pt idx="5889">
                  <c:v>241.63441979263419</c:v>
                </c:pt>
                <c:pt idx="5890">
                  <c:v>241.64183697813931</c:v>
                </c:pt>
                <c:pt idx="5891">
                  <c:v>241.6492323760281</c:v>
                </c:pt>
                <c:pt idx="5892">
                  <c:v>241.6566220885276</c:v>
                </c:pt>
                <c:pt idx="5893">
                  <c:v>241.66400313090901</c:v>
                </c:pt>
                <c:pt idx="5894">
                  <c:v>241.6713841479035</c:v>
                </c:pt>
                <c:pt idx="5895">
                  <c:v>241.67874737968009</c:v>
                </c:pt>
                <c:pt idx="5896">
                  <c:v>241.68610896031251</c:v>
                </c:pt>
                <c:pt idx="5897">
                  <c:v>241.69343939391291</c:v>
                </c:pt>
                <c:pt idx="5898">
                  <c:v>241.70076921079379</c:v>
                </c:pt>
                <c:pt idx="5899">
                  <c:v>241.70809786137229</c:v>
                </c:pt>
                <c:pt idx="5900">
                  <c:v>241.71542315455341</c:v>
                </c:pt>
                <c:pt idx="5901">
                  <c:v>241.72274612121231</c:v>
                </c:pt>
                <c:pt idx="5902">
                  <c:v>241.73004342808099</c:v>
                </c:pt>
                <c:pt idx="5903">
                  <c:v>241.73733943752691</c:v>
                </c:pt>
                <c:pt idx="5904">
                  <c:v>241.74462997884521</c:v>
                </c:pt>
                <c:pt idx="5905">
                  <c:v>241.7519107332065</c:v>
                </c:pt>
                <c:pt idx="5906">
                  <c:v>241.7591849127399</c:v>
                </c:pt>
                <c:pt idx="5907">
                  <c:v>241.76645584593649</c:v>
                </c:pt>
                <c:pt idx="5908">
                  <c:v>241.7737261523549</c:v>
                </c:pt>
                <c:pt idx="5909">
                  <c:v>241.7809884446477</c:v>
                </c:pt>
                <c:pt idx="5910">
                  <c:v>241.7882285513835</c:v>
                </c:pt>
                <c:pt idx="5911">
                  <c:v>241.79546579676679</c:v>
                </c:pt>
                <c:pt idx="5912">
                  <c:v>241.80269910896689</c:v>
                </c:pt>
                <c:pt idx="5913">
                  <c:v>241.8099054330122</c:v>
                </c:pt>
                <c:pt idx="5914">
                  <c:v>241.81710595944779</c:v>
                </c:pt>
                <c:pt idx="5915">
                  <c:v>241.82429612775229</c:v>
                </c:pt>
                <c:pt idx="5916">
                  <c:v>241.83146300354329</c:v>
                </c:pt>
                <c:pt idx="5917">
                  <c:v>241.83861643697989</c:v>
                </c:pt>
                <c:pt idx="5918">
                  <c:v>241.84576353861459</c:v>
                </c:pt>
                <c:pt idx="5919">
                  <c:v>241.85290483570941</c:v>
                </c:pt>
                <c:pt idx="5920">
                  <c:v>241.86003478893531</c:v>
                </c:pt>
                <c:pt idx="5921">
                  <c:v>241.86715796961769</c:v>
                </c:pt>
                <c:pt idx="5922">
                  <c:v>241.8742762596128</c:v>
                </c:pt>
                <c:pt idx="5923">
                  <c:v>241.88139236657321</c:v>
                </c:pt>
                <c:pt idx="5924">
                  <c:v>241.88847715392231</c:v>
                </c:pt>
                <c:pt idx="5925">
                  <c:v>241.8955462183402</c:v>
                </c:pt>
                <c:pt idx="5926">
                  <c:v>241.902603306467</c:v>
                </c:pt>
                <c:pt idx="5927">
                  <c:v>241.90966028420479</c:v>
                </c:pt>
                <c:pt idx="5928">
                  <c:v>241.91668740032731</c:v>
                </c:pt>
                <c:pt idx="5929">
                  <c:v>241.9236856044993</c:v>
                </c:pt>
                <c:pt idx="5930">
                  <c:v>241.93067593348471</c:v>
                </c:pt>
                <c:pt idx="5931">
                  <c:v>241.9376624095361</c:v>
                </c:pt>
                <c:pt idx="5932">
                  <c:v>241.94462316944049</c:v>
                </c:pt>
                <c:pt idx="5933">
                  <c:v>241.95157600381441</c:v>
                </c:pt>
                <c:pt idx="5934">
                  <c:v>241.9585264488864</c:v>
                </c:pt>
                <c:pt idx="5935">
                  <c:v>241.96547398396609</c:v>
                </c:pt>
                <c:pt idx="5936">
                  <c:v>241.97241655414999</c:v>
                </c:pt>
                <c:pt idx="5937">
                  <c:v>241.9793531277459</c:v>
                </c:pt>
                <c:pt idx="5938">
                  <c:v>241.9862684514066</c:v>
                </c:pt>
                <c:pt idx="5939">
                  <c:v>241.99317960764799</c:v>
                </c:pt>
                <c:pt idx="5940">
                  <c:v>242.000087520156</c:v>
                </c:pt>
                <c:pt idx="5941">
                  <c:v>242.00695852882581</c:v>
                </c:pt>
                <c:pt idx="5942">
                  <c:v>242.01381931928719</c:v>
                </c:pt>
                <c:pt idx="5943">
                  <c:v>242.02066771222829</c:v>
                </c:pt>
                <c:pt idx="5944">
                  <c:v>242.0275050527128</c:v>
                </c:pt>
                <c:pt idx="5945">
                  <c:v>242.0343423453547</c:v>
                </c:pt>
                <c:pt idx="5946">
                  <c:v>242.04116514290669</c:v>
                </c:pt>
                <c:pt idx="5947">
                  <c:v>242.04798521742731</c:v>
                </c:pt>
                <c:pt idx="5948">
                  <c:v>242.05479521569271</c:v>
                </c:pt>
                <c:pt idx="5949">
                  <c:v>242.06159899332059</c:v>
                </c:pt>
                <c:pt idx="5950">
                  <c:v>242.06839767455199</c:v>
                </c:pt>
                <c:pt idx="5951">
                  <c:v>242.07519393137741</c:v>
                </c:pt>
                <c:pt idx="5952">
                  <c:v>242.08199003976279</c:v>
                </c:pt>
                <c:pt idx="5953">
                  <c:v>242.0887835239435</c:v>
                </c:pt>
                <c:pt idx="5954">
                  <c:v>242.09557196582739</c:v>
                </c:pt>
                <c:pt idx="5955">
                  <c:v>242.10235340392899</c:v>
                </c:pt>
                <c:pt idx="5956">
                  <c:v>242.10912717081879</c:v>
                </c:pt>
                <c:pt idx="5957">
                  <c:v>242.1159002935994</c:v>
                </c:pt>
                <c:pt idx="5958">
                  <c:v>242.1226719908677</c:v>
                </c:pt>
                <c:pt idx="5959">
                  <c:v>242.12943528410139</c:v>
                </c:pt>
                <c:pt idx="5960">
                  <c:v>242.13618582695</c:v>
                </c:pt>
                <c:pt idx="5961">
                  <c:v>242.14293181209351</c:v>
                </c:pt>
                <c:pt idx="5962">
                  <c:v>242.1496699186483</c:v>
                </c:pt>
                <c:pt idx="5963">
                  <c:v>242.15640101414601</c:v>
                </c:pt>
                <c:pt idx="5964">
                  <c:v>242.16312609319479</c:v>
                </c:pt>
                <c:pt idx="5965">
                  <c:v>242.1698458165481</c:v>
                </c:pt>
                <c:pt idx="5966">
                  <c:v>242.17654943010439</c:v>
                </c:pt>
                <c:pt idx="5967">
                  <c:v>242.1832490288227</c:v>
                </c:pt>
                <c:pt idx="5968">
                  <c:v>242.18994154965279</c:v>
                </c:pt>
                <c:pt idx="5969">
                  <c:v>242.19659511515741</c:v>
                </c:pt>
                <c:pt idx="5970">
                  <c:v>242.20324867967159</c:v>
                </c:pt>
                <c:pt idx="5971">
                  <c:v>242.20989611620149</c:v>
                </c:pt>
                <c:pt idx="5972">
                  <c:v>242.2165429891578</c:v>
                </c:pt>
                <c:pt idx="5973">
                  <c:v>242.22317056630891</c:v>
                </c:pt>
                <c:pt idx="5974">
                  <c:v>242.22978631358581</c:v>
                </c:pt>
                <c:pt idx="5975">
                  <c:v>242.23638991706079</c:v>
                </c:pt>
                <c:pt idx="5976">
                  <c:v>242.24298674561791</c:v>
                </c:pt>
                <c:pt idx="5977">
                  <c:v>242.24957768860119</c:v>
                </c:pt>
                <c:pt idx="5978">
                  <c:v>242.25615578282861</c:v>
                </c:pt>
                <c:pt idx="5979">
                  <c:v>242.26272019438409</c:v>
                </c:pt>
                <c:pt idx="5980">
                  <c:v>242.26928301450289</c:v>
                </c:pt>
                <c:pt idx="5981">
                  <c:v>242.2758377216754</c:v>
                </c:pt>
                <c:pt idx="5982">
                  <c:v>242.282368083417</c:v>
                </c:pt>
                <c:pt idx="5983">
                  <c:v>242.28889827782919</c:v>
                </c:pt>
                <c:pt idx="5984">
                  <c:v>242.29542695683631</c:v>
                </c:pt>
                <c:pt idx="5985">
                  <c:v>242.30192852482691</c:v>
                </c:pt>
                <c:pt idx="5986">
                  <c:v>242.30842904506031</c:v>
                </c:pt>
                <c:pt idx="5987">
                  <c:v>242.31492373993521</c:v>
                </c:pt>
                <c:pt idx="5988">
                  <c:v>242.32141751222471</c:v>
                </c:pt>
                <c:pt idx="5989">
                  <c:v>242.32791108375349</c:v>
                </c:pt>
                <c:pt idx="5990">
                  <c:v>242.33439832296111</c:v>
                </c:pt>
                <c:pt idx="5991">
                  <c:v>242.34088376649211</c:v>
                </c:pt>
                <c:pt idx="5992">
                  <c:v>242.34736270343879</c:v>
                </c:pt>
                <c:pt idx="5993">
                  <c:v>242.353840601565</c:v>
                </c:pt>
                <c:pt idx="5994">
                  <c:v>242.36031658260279</c:v>
                </c:pt>
                <c:pt idx="5995">
                  <c:v>242.36677964883191</c:v>
                </c:pt>
                <c:pt idx="5996">
                  <c:v>242.37324064723299</c:v>
                </c:pt>
                <c:pt idx="5997">
                  <c:v>242.37969023953551</c:v>
                </c:pt>
                <c:pt idx="5998">
                  <c:v>242.3861369117796</c:v>
                </c:pt>
                <c:pt idx="5999">
                  <c:v>242.39256596799481</c:v>
                </c:pt>
                <c:pt idx="6000">
                  <c:v>242.39898594901271</c:v>
                </c:pt>
                <c:pt idx="6001">
                  <c:v>242.40540586658901</c:v>
                </c:pt>
                <c:pt idx="6002">
                  <c:v>242.41182229163519</c:v>
                </c:pt>
                <c:pt idx="6003">
                  <c:v>242.41823638364721</c:v>
                </c:pt>
                <c:pt idx="6004">
                  <c:v>242.42462821124369</c:v>
                </c:pt>
                <c:pt idx="6005">
                  <c:v>242.43101328217301</c:v>
                </c:pt>
                <c:pt idx="6006">
                  <c:v>242.43739308473579</c:v>
                </c:pt>
                <c:pt idx="6007">
                  <c:v>242.4437667539037</c:v>
                </c:pt>
                <c:pt idx="6008">
                  <c:v>242.4501375851504</c:v>
                </c:pt>
                <c:pt idx="6009">
                  <c:v>242.4564921961672</c:v>
                </c:pt>
                <c:pt idx="6010">
                  <c:v>242.46284250569221</c:v>
                </c:pt>
                <c:pt idx="6011">
                  <c:v>242.46919232584099</c:v>
                </c:pt>
                <c:pt idx="6012">
                  <c:v>242.47553772865359</c:v>
                </c:pt>
                <c:pt idx="6013">
                  <c:v>242.48186351318469</c:v>
                </c:pt>
                <c:pt idx="6014">
                  <c:v>242.4881816104799</c:v>
                </c:pt>
                <c:pt idx="6015">
                  <c:v>242.4944918462221</c:v>
                </c:pt>
                <c:pt idx="6016">
                  <c:v>242.5007888360303</c:v>
                </c:pt>
                <c:pt idx="6017">
                  <c:v>242.507082929105</c:v>
                </c:pt>
                <c:pt idx="6018">
                  <c:v>242.51336700746839</c:v>
                </c:pt>
                <c:pt idx="6019">
                  <c:v>242.5196328657911</c:v>
                </c:pt>
                <c:pt idx="6020">
                  <c:v>242.5258468623895</c:v>
                </c:pt>
                <c:pt idx="6021">
                  <c:v>242.53205517681991</c:v>
                </c:pt>
                <c:pt idx="6022">
                  <c:v>242.53826197139199</c:v>
                </c:pt>
                <c:pt idx="6023">
                  <c:v>242.54446545713961</c:v>
                </c:pt>
                <c:pt idx="6024">
                  <c:v>242.55066548762699</c:v>
                </c:pt>
                <c:pt idx="6025">
                  <c:v>242.556843655286</c:v>
                </c:pt>
                <c:pt idx="6026">
                  <c:v>242.5630014687236</c:v>
                </c:pt>
                <c:pt idx="6027">
                  <c:v>242.569156796225</c:v>
                </c:pt>
                <c:pt idx="6028">
                  <c:v>242.57530550543939</c:v>
                </c:pt>
                <c:pt idx="6029">
                  <c:v>242.58144806864959</c:v>
                </c:pt>
                <c:pt idx="6030">
                  <c:v>242.58758015083251</c:v>
                </c:pt>
                <c:pt idx="6031">
                  <c:v>242.5937011119025</c:v>
                </c:pt>
                <c:pt idx="6032">
                  <c:v>242.59981661874451</c:v>
                </c:pt>
                <c:pt idx="6033">
                  <c:v>242.60593044164139</c:v>
                </c:pt>
                <c:pt idx="6034">
                  <c:v>242.61202031514381</c:v>
                </c:pt>
                <c:pt idx="6035">
                  <c:v>242.61803665138589</c:v>
                </c:pt>
                <c:pt idx="6036">
                  <c:v>242.62404747186051</c:v>
                </c:pt>
                <c:pt idx="6037">
                  <c:v>242.6300573252324</c:v>
                </c:pt>
                <c:pt idx="6038">
                  <c:v>242.63606584661889</c:v>
                </c:pt>
                <c:pt idx="6039">
                  <c:v>242.64204761078139</c:v>
                </c:pt>
                <c:pt idx="6040">
                  <c:v>242.64802698017709</c:v>
                </c:pt>
                <c:pt idx="6041">
                  <c:v>242.6539970458569</c:v>
                </c:pt>
                <c:pt idx="6042">
                  <c:v>242.65996142767659</c:v>
                </c:pt>
                <c:pt idx="6043">
                  <c:v>242.66591152391419</c:v>
                </c:pt>
                <c:pt idx="6044">
                  <c:v>242.6718450062622</c:v>
                </c:pt>
                <c:pt idx="6045">
                  <c:v>242.67777438173181</c:v>
                </c:pt>
                <c:pt idx="6046">
                  <c:v>242.68368618466221</c:v>
                </c:pt>
                <c:pt idx="6047">
                  <c:v>242.68958628287149</c:v>
                </c:pt>
                <c:pt idx="6048">
                  <c:v>242.695485461045</c:v>
                </c:pt>
                <c:pt idx="6049">
                  <c:v>242.70137283036891</c:v>
                </c:pt>
                <c:pt idx="6050">
                  <c:v>242.7072531395242</c:v>
                </c:pt>
                <c:pt idx="6051">
                  <c:v>242.71311392416331</c:v>
                </c:pt>
                <c:pt idx="6052">
                  <c:v>242.71897326700781</c:v>
                </c:pt>
                <c:pt idx="6053">
                  <c:v>242.7248242678472</c:v>
                </c:pt>
                <c:pt idx="6054">
                  <c:v>242.73066768920421</c:v>
                </c:pt>
                <c:pt idx="6055">
                  <c:v>242.73650853962309</c:v>
                </c:pt>
                <c:pt idx="6056">
                  <c:v>242.74233519579681</c:v>
                </c:pt>
                <c:pt idx="6057">
                  <c:v>242.74816000535139</c:v>
                </c:pt>
                <c:pt idx="6058">
                  <c:v>242.75397361626671</c:v>
                </c:pt>
                <c:pt idx="6059">
                  <c:v>242.75978526652531</c:v>
                </c:pt>
                <c:pt idx="6060">
                  <c:v>242.7655872767246</c:v>
                </c:pt>
                <c:pt idx="6061">
                  <c:v>242.77138825136311</c:v>
                </c:pt>
                <c:pt idx="6062">
                  <c:v>242.7771670577049</c:v>
                </c:pt>
                <c:pt idx="6063">
                  <c:v>242.78291165295451</c:v>
                </c:pt>
                <c:pt idx="6064">
                  <c:v>242.7886525569985</c:v>
                </c:pt>
                <c:pt idx="6065">
                  <c:v>242.79439157404249</c:v>
                </c:pt>
                <c:pt idx="6066">
                  <c:v>242.80012718585439</c:v>
                </c:pt>
                <c:pt idx="6067">
                  <c:v>242.8058496341005</c:v>
                </c:pt>
                <c:pt idx="6068">
                  <c:v>242.81156415342639</c:v>
                </c:pt>
                <c:pt idx="6069">
                  <c:v>242.81726971419761</c:v>
                </c:pt>
                <c:pt idx="6070">
                  <c:v>242.82296732210989</c:v>
                </c:pt>
                <c:pt idx="6071">
                  <c:v>242.82865249290509</c:v>
                </c:pt>
                <c:pt idx="6072">
                  <c:v>242.83430743100209</c:v>
                </c:pt>
                <c:pt idx="6073">
                  <c:v>242.83994534852769</c:v>
                </c:pt>
                <c:pt idx="6074">
                  <c:v>242.8455784243524</c:v>
                </c:pt>
                <c:pt idx="6075">
                  <c:v>242.851197629864</c:v>
                </c:pt>
                <c:pt idx="6076">
                  <c:v>242.85681274905599</c:v>
                </c:pt>
                <c:pt idx="6077">
                  <c:v>242.8624226534034</c:v>
                </c:pt>
                <c:pt idx="6078">
                  <c:v>242.86801672666491</c:v>
                </c:pt>
                <c:pt idx="6079">
                  <c:v>242.8736087214055</c:v>
                </c:pt>
                <c:pt idx="6080">
                  <c:v>242.87919384945189</c:v>
                </c:pt>
                <c:pt idx="6081">
                  <c:v>242.88476125652059</c:v>
                </c:pt>
                <c:pt idx="6082">
                  <c:v>242.89032475917739</c:v>
                </c:pt>
                <c:pt idx="6083">
                  <c:v>242.89588577807831</c:v>
                </c:pt>
                <c:pt idx="6084">
                  <c:v>242.9014385102702</c:v>
                </c:pt>
                <c:pt idx="6085">
                  <c:v>242.90699016067649</c:v>
                </c:pt>
                <c:pt idx="6086">
                  <c:v>242.91253192595329</c:v>
                </c:pt>
                <c:pt idx="6087">
                  <c:v>242.91807150514839</c:v>
                </c:pt>
                <c:pt idx="6088">
                  <c:v>242.9236008100288</c:v>
                </c:pt>
                <c:pt idx="6089">
                  <c:v>242.92911469145591</c:v>
                </c:pt>
                <c:pt idx="6090">
                  <c:v>242.9346244560285</c:v>
                </c:pt>
                <c:pt idx="6091">
                  <c:v>242.9401251096694</c:v>
                </c:pt>
                <c:pt idx="6092">
                  <c:v>242.945624768058</c:v>
                </c:pt>
                <c:pt idx="6093">
                  <c:v>242.95112082520541</c:v>
                </c:pt>
                <c:pt idx="6094">
                  <c:v>242.9566018494568</c:v>
                </c:pt>
                <c:pt idx="6095">
                  <c:v>242.96208137380759</c:v>
                </c:pt>
                <c:pt idx="6096">
                  <c:v>242.96755928864221</c:v>
                </c:pt>
                <c:pt idx="6097">
                  <c:v>242.97302862195201</c:v>
                </c:pt>
                <c:pt idx="6098">
                  <c:v>242.9784926750489</c:v>
                </c:pt>
                <c:pt idx="6099">
                  <c:v>242.98394671251759</c:v>
                </c:pt>
                <c:pt idx="6100">
                  <c:v>242.9893959060152</c:v>
                </c:pt>
                <c:pt idx="6101">
                  <c:v>242.99483546019121</c:v>
                </c:pt>
                <c:pt idx="6102">
                  <c:v>243.00027368500119</c:v>
                </c:pt>
                <c:pt idx="6103">
                  <c:v>243.005706614573</c:v>
                </c:pt>
                <c:pt idx="6104">
                  <c:v>243.01113455987951</c:v>
                </c:pt>
                <c:pt idx="6105">
                  <c:v>243.01656003554569</c:v>
                </c:pt>
                <c:pt idx="6106">
                  <c:v>243.02198548197819</c:v>
                </c:pt>
                <c:pt idx="6107">
                  <c:v>243.02740772112151</c:v>
                </c:pt>
                <c:pt idx="6108">
                  <c:v>243.03282856276419</c:v>
                </c:pt>
                <c:pt idx="6109">
                  <c:v>243.038244345327</c:v>
                </c:pt>
                <c:pt idx="6110">
                  <c:v>243.04365944505591</c:v>
                </c:pt>
                <c:pt idx="6111">
                  <c:v>243.04905567939491</c:v>
                </c:pt>
                <c:pt idx="6112">
                  <c:v>243.0544516826082</c:v>
                </c:pt>
                <c:pt idx="6113">
                  <c:v>243.05982272999151</c:v>
                </c:pt>
                <c:pt idx="6114">
                  <c:v>243.06518559555289</c:v>
                </c:pt>
                <c:pt idx="6115">
                  <c:v>243.07054423361231</c:v>
                </c:pt>
                <c:pt idx="6116">
                  <c:v>243.07589924201559</c:v>
                </c:pt>
                <c:pt idx="6117">
                  <c:v>243.0812427755653</c:v>
                </c:pt>
                <c:pt idx="6118">
                  <c:v>243.0865792698624</c:v>
                </c:pt>
                <c:pt idx="6119">
                  <c:v>243.091909896489</c:v>
                </c:pt>
                <c:pt idx="6120">
                  <c:v>243.09720430990009</c:v>
                </c:pt>
                <c:pt idx="6121">
                  <c:v>243.10247323958771</c:v>
                </c:pt>
                <c:pt idx="6122">
                  <c:v>243.1077332968793</c:v>
                </c:pt>
                <c:pt idx="6123">
                  <c:v>243.11296962630769</c:v>
                </c:pt>
                <c:pt idx="6124">
                  <c:v>243.11820058429959</c:v>
                </c:pt>
                <c:pt idx="6125">
                  <c:v>243.1234159392954</c:v>
                </c:pt>
                <c:pt idx="6126">
                  <c:v>243.12862669132531</c:v>
                </c:pt>
                <c:pt idx="6127">
                  <c:v>243.1338358206996</c:v>
                </c:pt>
                <c:pt idx="6128">
                  <c:v>243.13902004531951</c:v>
                </c:pt>
                <c:pt idx="6129">
                  <c:v>243.14420223809989</c:v>
                </c:pt>
                <c:pt idx="6130">
                  <c:v>243.14938072275331</c:v>
                </c:pt>
                <c:pt idx="6131">
                  <c:v>243.1545581679998</c:v>
                </c:pt>
                <c:pt idx="6132">
                  <c:v>243.15973483555629</c:v>
                </c:pt>
                <c:pt idx="6133">
                  <c:v>243.16487437720869</c:v>
                </c:pt>
                <c:pt idx="6134">
                  <c:v>243.1700135222963</c:v>
                </c:pt>
                <c:pt idx="6135">
                  <c:v>243.17515169447671</c:v>
                </c:pt>
                <c:pt idx="6136">
                  <c:v>243.18025742021311</c:v>
                </c:pt>
                <c:pt idx="6137">
                  <c:v>243.18534057047731</c:v>
                </c:pt>
                <c:pt idx="6138">
                  <c:v>243.19040520875711</c:v>
                </c:pt>
                <c:pt idx="6139">
                  <c:v>243.1954540507725</c:v>
                </c:pt>
                <c:pt idx="6140">
                  <c:v>243.20048339738381</c:v>
                </c:pt>
                <c:pt idx="6141">
                  <c:v>243.2055106818959</c:v>
                </c:pt>
                <c:pt idx="6142">
                  <c:v>243.21051177374949</c:v>
                </c:pt>
              </c:numCache>
            </c:numRef>
          </c:val>
          <c:smooth val="0"/>
          <c:extLst>
            <c:ext xmlns:c16="http://schemas.microsoft.com/office/drawing/2014/chart" uri="{C3380CC4-5D6E-409C-BE32-E72D297353CC}">
              <c16:uniqueId val="{00000000-7613-44AB-A02B-CB9959DCB091}"/>
            </c:ext>
          </c:extLst>
        </c:ser>
        <c:dLbls>
          <c:showLegendKey val="0"/>
          <c:showVal val="0"/>
          <c:showCatName val="0"/>
          <c:showSerName val="0"/>
          <c:showPercent val="0"/>
          <c:showBubbleSize val="0"/>
        </c:dLbls>
        <c:smooth val="0"/>
        <c:axId val="1871175135"/>
        <c:axId val="1871185215"/>
      </c:lineChart>
      <c:catAx>
        <c:axId val="18711751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IL"/>
          </a:p>
        </c:txPr>
        <c:crossAx val="1871185215"/>
        <c:crosses val="autoZero"/>
        <c:auto val="1"/>
        <c:lblAlgn val="ctr"/>
        <c:lblOffset val="100"/>
        <c:noMultiLvlLbl val="0"/>
      </c:catAx>
      <c:valAx>
        <c:axId val="18711852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IL"/>
          </a:p>
        </c:txPr>
        <c:crossAx val="187117513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IL"/>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FF44ED-13C1-4D33-8999-226F1E3E9351}" type="datetimeFigureOut">
              <a:rPr lang="en-IL" smtClean="0"/>
              <a:t>09/03/2026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542630-8124-40BC-B264-2DEB9CE5242E}" type="slidenum">
              <a:rPr lang="en-IL" smtClean="0"/>
              <a:t>‹#›</a:t>
            </a:fld>
            <a:endParaRPr lang="en-IL"/>
          </a:p>
        </p:txBody>
      </p:sp>
    </p:spTree>
    <p:extLst>
      <p:ext uri="{BB962C8B-B14F-4D97-AF65-F5344CB8AC3E}">
        <p14:creationId xmlns:p14="http://schemas.microsoft.com/office/powerpoint/2010/main" val="1838819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only target the 5% threshold, we are being extremely efficient but </a:t>
            </a:r>
            <a:r>
              <a:rPr lang="en-US" b="1" dirty="0"/>
              <a:t>leaving 33 potential saves on the table</a:t>
            </a:r>
            <a:r>
              <a:rPr lang="en-US" dirty="0"/>
              <a:t> that we can still get at a reasonable price (22 calls/save). The 3.96% point is where we maximize our volume before the efficiency starts to collapse.</a:t>
            </a:r>
            <a:endParaRPr lang="en-IL" dirty="0"/>
          </a:p>
        </p:txBody>
      </p:sp>
      <p:sp>
        <p:nvSpPr>
          <p:cNvPr id="4" name="Slide Number Placeholder 3"/>
          <p:cNvSpPr>
            <a:spLocks noGrp="1"/>
          </p:cNvSpPr>
          <p:nvPr>
            <p:ph type="sldNum" sz="quarter" idx="5"/>
          </p:nvPr>
        </p:nvSpPr>
        <p:spPr/>
        <p:txBody>
          <a:bodyPr/>
          <a:lstStyle/>
          <a:p>
            <a:fld id="{4A542630-8124-40BC-B264-2DEB9CE5242E}" type="slidenum">
              <a:rPr lang="en-IL" smtClean="0"/>
              <a:t>4</a:t>
            </a:fld>
            <a:endParaRPr lang="en-IL"/>
          </a:p>
        </p:txBody>
      </p:sp>
    </p:spTree>
    <p:extLst>
      <p:ext uri="{BB962C8B-B14F-4D97-AF65-F5344CB8AC3E}">
        <p14:creationId xmlns:p14="http://schemas.microsoft.com/office/powerpoint/2010/main" val="21898474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L"/>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87A0AFE-15E8-4A22-8BA2-E65D9E69FBDA}" type="datetimeFigureOut">
              <a:rPr lang="en-IL" smtClean="0"/>
              <a:t>09/03/2026</a:t>
            </a:fld>
            <a:endParaRPr lang="en-IL"/>
          </a:p>
        </p:txBody>
      </p:sp>
      <p:sp>
        <p:nvSpPr>
          <p:cNvPr id="5" name="Footer Placeholder 4"/>
          <p:cNvSpPr>
            <a:spLocks noGrp="1"/>
          </p:cNvSpPr>
          <p:nvPr>
            <p:ph type="ftr" sz="quarter" idx="11"/>
          </p:nvPr>
        </p:nvSpPr>
        <p:spPr>
          <a:xfrm>
            <a:off x="2692397" y="5037663"/>
            <a:ext cx="5214635" cy="279400"/>
          </a:xfrm>
        </p:spPr>
        <p:txBody>
          <a:bodyPr/>
          <a:lstStyle/>
          <a:p>
            <a:endParaRPr lang="en-IL"/>
          </a:p>
        </p:txBody>
      </p:sp>
      <p:sp>
        <p:nvSpPr>
          <p:cNvPr id="6" name="Slide Number Placeholder 5"/>
          <p:cNvSpPr>
            <a:spLocks noGrp="1"/>
          </p:cNvSpPr>
          <p:nvPr>
            <p:ph type="sldNum" sz="quarter" idx="12"/>
          </p:nvPr>
        </p:nvSpPr>
        <p:spPr>
          <a:xfrm>
            <a:off x="8956900" y="5037663"/>
            <a:ext cx="551167" cy="279400"/>
          </a:xfrm>
        </p:spPr>
        <p:txBody>
          <a:bodyPr/>
          <a:lstStyle/>
          <a:p>
            <a:fld id="{B7D02EC2-7F3A-4AFC-B8F0-377F466652F5}" type="slidenum">
              <a:rPr lang="en-IL" smtClean="0"/>
              <a:t>‹#›</a:t>
            </a:fld>
            <a:endParaRPr lang="en-IL"/>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8134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7A0AFE-15E8-4A22-8BA2-E65D9E69FBDA}" type="datetimeFigureOut">
              <a:rPr lang="en-IL" smtClean="0"/>
              <a:t>09/03/2026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B7D02EC2-7F3A-4AFC-B8F0-377F466652F5}" type="slidenum">
              <a:rPr lang="en-IL" smtClean="0"/>
              <a:t>‹#›</a:t>
            </a:fld>
            <a:endParaRPr lang="en-IL"/>
          </a:p>
        </p:txBody>
      </p:sp>
    </p:spTree>
    <p:extLst>
      <p:ext uri="{BB962C8B-B14F-4D97-AF65-F5344CB8AC3E}">
        <p14:creationId xmlns:p14="http://schemas.microsoft.com/office/powerpoint/2010/main" val="3188762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7A0AFE-15E8-4A22-8BA2-E65D9E69FBDA}" type="datetimeFigureOut">
              <a:rPr lang="en-IL" smtClean="0"/>
              <a:t>09/03/2026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B7D02EC2-7F3A-4AFC-B8F0-377F466652F5}" type="slidenum">
              <a:rPr lang="en-IL" smtClean="0"/>
              <a:t>‹#›</a:t>
            </a:fld>
            <a:endParaRPr lang="en-IL"/>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0297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7A0AFE-15E8-4A22-8BA2-E65D9E69FBDA}" type="datetimeFigureOut">
              <a:rPr lang="en-IL" smtClean="0"/>
              <a:t>09/03/2026</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B7D02EC2-7F3A-4AFC-B8F0-377F466652F5}" type="slidenum">
              <a:rPr lang="en-IL" smtClean="0"/>
              <a:t>‹#›</a:t>
            </a:fld>
            <a:endParaRPr lang="en-IL"/>
          </a:p>
        </p:txBody>
      </p:sp>
    </p:spTree>
    <p:extLst>
      <p:ext uri="{BB962C8B-B14F-4D97-AF65-F5344CB8AC3E}">
        <p14:creationId xmlns:p14="http://schemas.microsoft.com/office/powerpoint/2010/main" val="238920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7A0AFE-15E8-4A22-8BA2-E65D9E69FBDA}" type="datetimeFigureOut">
              <a:rPr lang="en-IL" smtClean="0"/>
              <a:t>09/03/2026</a:t>
            </a:fld>
            <a:endParaRPr lang="en-IL"/>
          </a:p>
        </p:txBody>
      </p:sp>
      <p:sp>
        <p:nvSpPr>
          <p:cNvPr id="8" name="Footer Placeholder 7"/>
          <p:cNvSpPr>
            <a:spLocks noGrp="1"/>
          </p:cNvSpPr>
          <p:nvPr>
            <p:ph type="ftr" sz="quarter" idx="11"/>
          </p:nvPr>
        </p:nvSpPr>
        <p:spPr/>
        <p:txBody>
          <a:bodyPr/>
          <a:lstStyle/>
          <a:p>
            <a:endParaRPr lang="en-IL"/>
          </a:p>
        </p:txBody>
      </p:sp>
      <p:sp>
        <p:nvSpPr>
          <p:cNvPr id="9" name="Slide Number Placeholder 8"/>
          <p:cNvSpPr>
            <a:spLocks noGrp="1"/>
          </p:cNvSpPr>
          <p:nvPr>
            <p:ph type="sldNum" sz="quarter" idx="12"/>
          </p:nvPr>
        </p:nvSpPr>
        <p:spPr/>
        <p:txBody>
          <a:bodyPr/>
          <a:lstStyle/>
          <a:p>
            <a:fld id="{B7D02EC2-7F3A-4AFC-B8F0-377F466652F5}" type="slidenum">
              <a:rPr lang="en-IL" smtClean="0"/>
              <a:t>‹#›</a:t>
            </a:fld>
            <a:endParaRPr lang="en-IL"/>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9128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7A0AFE-15E8-4A22-8BA2-E65D9E69FBDA}" type="datetimeFigureOut">
              <a:rPr lang="en-IL" smtClean="0"/>
              <a:t>09/03/2026</a:t>
            </a:fld>
            <a:endParaRPr lang="en-IL"/>
          </a:p>
        </p:txBody>
      </p:sp>
      <p:sp>
        <p:nvSpPr>
          <p:cNvPr id="4" name="Footer Placeholder 3"/>
          <p:cNvSpPr>
            <a:spLocks noGrp="1"/>
          </p:cNvSpPr>
          <p:nvPr>
            <p:ph type="ftr" sz="quarter" idx="11"/>
          </p:nvPr>
        </p:nvSpPr>
        <p:spPr/>
        <p:txBody>
          <a:bodyPr/>
          <a:lstStyle/>
          <a:p>
            <a:endParaRPr lang="en-IL"/>
          </a:p>
        </p:txBody>
      </p:sp>
      <p:sp>
        <p:nvSpPr>
          <p:cNvPr id="5" name="Slide Number Placeholder 4"/>
          <p:cNvSpPr>
            <a:spLocks noGrp="1"/>
          </p:cNvSpPr>
          <p:nvPr>
            <p:ph type="sldNum" sz="quarter" idx="12"/>
          </p:nvPr>
        </p:nvSpPr>
        <p:spPr/>
        <p:txBody>
          <a:bodyPr/>
          <a:lstStyle/>
          <a:p>
            <a:fld id="{B7D02EC2-7F3A-4AFC-B8F0-377F466652F5}" type="slidenum">
              <a:rPr lang="en-IL" smtClean="0"/>
              <a:t>‹#›</a:t>
            </a:fld>
            <a:endParaRPr lang="en-IL"/>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6916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7A0AFE-15E8-4A22-8BA2-E65D9E69FBDA}" type="datetimeFigureOut">
              <a:rPr lang="en-IL" smtClean="0"/>
              <a:t>09/03/2026</a:t>
            </a:fld>
            <a:endParaRPr lang="en-IL"/>
          </a:p>
        </p:txBody>
      </p:sp>
      <p:sp>
        <p:nvSpPr>
          <p:cNvPr id="3" name="Footer Placeholder 2"/>
          <p:cNvSpPr>
            <a:spLocks noGrp="1"/>
          </p:cNvSpPr>
          <p:nvPr>
            <p:ph type="ftr" sz="quarter" idx="11"/>
          </p:nvPr>
        </p:nvSpPr>
        <p:spPr/>
        <p:txBody>
          <a:bodyPr/>
          <a:lstStyle/>
          <a:p>
            <a:endParaRPr lang="en-IL"/>
          </a:p>
        </p:txBody>
      </p:sp>
      <p:sp>
        <p:nvSpPr>
          <p:cNvPr id="4" name="Slide Number Placeholder 3"/>
          <p:cNvSpPr>
            <a:spLocks noGrp="1"/>
          </p:cNvSpPr>
          <p:nvPr>
            <p:ph type="sldNum" sz="quarter" idx="12"/>
          </p:nvPr>
        </p:nvSpPr>
        <p:spPr/>
        <p:txBody>
          <a:bodyPr/>
          <a:lstStyle/>
          <a:p>
            <a:fld id="{B7D02EC2-7F3A-4AFC-B8F0-377F466652F5}" type="slidenum">
              <a:rPr lang="en-IL" smtClean="0"/>
              <a:t>‹#›</a:t>
            </a:fld>
            <a:endParaRPr lang="en-IL"/>
          </a:p>
        </p:txBody>
      </p:sp>
    </p:spTree>
    <p:extLst>
      <p:ext uri="{BB962C8B-B14F-4D97-AF65-F5344CB8AC3E}">
        <p14:creationId xmlns:p14="http://schemas.microsoft.com/office/powerpoint/2010/main" val="960049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7A0AFE-15E8-4A22-8BA2-E65D9E69FBDA}" type="datetimeFigureOut">
              <a:rPr lang="en-IL" smtClean="0"/>
              <a:t>09/03/2026</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B7D02EC2-7F3A-4AFC-B8F0-377F466652F5}" type="slidenum">
              <a:rPr lang="en-IL" smtClean="0"/>
              <a:t>‹#›</a:t>
            </a:fld>
            <a:endParaRPr lang="en-IL"/>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2410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7A0AFE-15E8-4A22-8BA2-E65D9E69FBDA}" type="datetimeFigureOut">
              <a:rPr lang="en-IL" smtClean="0"/>
              <a:t>09/03/2026</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B7D02EC2-7F3A-4AFC-B8F0-377F466652F5}" type="slidenum">
              <a:rPr lang="en-IL" smtClean="0"/>
              <a:t>‹#›</a:t>
            </a:fld>
            <a:endParaRPr lang="en-IL"/>
          </a:p>
        </p:txBody>
      </p:sp>
    </p:spTree>
    <p:extLst>
      <p:ext uri="{BB962C8B-B14F-4D97-AF65-F5344CB8AC3E}">
        <p14:creationId xmlns:p14="http://schemas.microsoft.com/office/powerpoint/2010/main" val="893549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7A0AFE-15E8-4A22-8BA2-E65D9E69FBDA}" type="datetimeFigureOut">
              <a:rPr lang="en-IL" smtClean="0"/>
              <a:t>09/03/2026</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B7D02EC2-7F3A-4AFC-B8F0-377F466652F5}" type="slidenum">
              <a:rPr lang="en-IL" smtClean="0"/>
              <a:t>‹#›</a:t>
            </a:fld>
            <a:endParaRPr lang="en-IL"/>
          </a:p>
        </p:txBody>
      </p:sp>
    </p:spTree>
    <p:extLst>
      <p:ext uri="{BB962C8B-B14F-4D97-AF65-F5344CB8AC3E}">
        <p14:creationId xmlns:p14="http://schemas.microsoft.com/office/powerpoint/2010/main" val="624330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7A0AFE-15E8-4A22-8BA2-E65D9E69FBDA}" type="datetimeFigureOut">
              <a:rPr lang="en-IL" smtClean="0"/>
              <a:t>09/03/2026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B7D02EC2-7F3A-4AFC-B8F0-377F466652F5}" type="slidenum">
              <a:rPr lang="en-IL" smtClean="0"/>
              <a:t>‹#›</a:t>
            </a:fld>
            <a:endParaRPr lang="en-IL"/>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58832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7A0AFE-15E8-4A22-8BA2-E65D9E69FBDA}" type="datetimeFigureOut">
              <a:rPr lang="en-IL" smtClean="0"/>
              <a:t>09/03/2026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B7D02EC2-7F3A-4AFC-B8F0-377F466652F5}" type="slidenum">
              <a:rPr lang="en-IL" smtClean="0"/>
              <a:t>‹#›</a:t>
            </a:fld>
            <a:endParaRPr lang="en-IL"/>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2977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7A0AFE-15E8-4A22-8BA2-E65D9E69FBDA}" type="datetimeFigureOut">
              <a:rPr lang="en-IL" smtClean="0"/>
              <a:t>09/03/2026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B7D02EC2-7F3A-4AFC-B8F0-377F466652F5}" type="slidenum">
              <a:rPr lang="en-IL" smtClean="0"/>
              <a:t>‹#›</a:t>
            </a:fld>
            <a:endParaRPr lang="en-IL"/>
          </a:p>
        </p:txBody>
      </p:sp>
    </p:spTree>
    <p:extLst>
      <p:ext uri="{BB962C8B-B14F-4D97-AF65-F5344CB8AC3E}">
        <p14:creationId xmlns:p14="http://schemas.microsoft.com/office/powerpoint/2010/main" val="2040097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7A0AFE-15E8-4A22-8BA2-E65D9E69FBDA}" type="datetimeFigureOut">
              <a:rPr lang="en-IL" smtClean="0"/>
              <a:t>09/03/2026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B7D02EC2-7F3A-4AFC-B8F0-377F466652F5}" type="slidenum">
              <a:rPr lang="en-IL" smtClean="0"/>
              <a:t>‹#›</a:t>
            </a:fld>
            <a:endParaRPr lang="en-IL"/>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7227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7A0AFE-15E8-4A22-8BA2-E65D9E69FBDA}" type="datetimeFigureOut">
              <a:rPr lang="en-IL" smtClean="0"/>
              <a:t>09/03/2026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B7D02EC2-7F3A-4AFC-B8F0-377F466652F5}" type="slidenum">
              <a:rPr lang="en-IL" smtClean="0"/>
              <a:t>‹#›</a:t>
            </a:fld>
            <a:endParaRPr lang="en-IL"/>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1464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7A0AFE-15E8-4A22-8BA2-E65D9E69FBDA}" type="datetimeFigureOut">
              <a:rPr lang="en-IL" smtClean="0"/>
              <a:t>09/03/2026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B7D02EC2-7F3A-4AFC-B8F0-377F466652F5}" type="slidenum">
              <a:rPr lang="en-IL" smtClean="0"/>
              <a:t>‹#›</a:t>
            </a:fld>
            <a:endParaRPr lang="en-IL"/>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7946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7A0AFE-15E8-4A22-8BA2-E65D9E69FBDA}" type="datetimeFigureOut">
              <a:rPr lang="en-IL" smtClean="0"/>
              <a:t>09/03/2026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B7D02EC2-7F3A-4AFC-B8F0-377F466652F5}" type="slidenum">
              <a:rPr lang="en-IL" smtClean="0"/>
              <a:t>‹#›</a:t>
            </a:fld>
            <a:endParaRPr lang="en-IL"/>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863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L"/>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87A0AFE-15E8-4A22-8BA2-E65D9E69FBDA}" type="datetimeFigureOut">
              <a:rPr lang="en-IL" smtClean="0"/>
              <a:t>09/03/2026</a:t>
            </a:fld>
            <a:endParaRPr lang="en-IL"/>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L"/>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7D02EC2-7F3A-4AFC-B8F0-377F466652F5}" type="slidenum">
              <a:rPr lang="en-IL" smtClean="0"/>
              <a:t>‹#›</a:t>
            </a:fld>
            <a:endParaRPr lang="en-IL"/>
          </a:p>
        </p:txBody>
      </p:sp>
    </p:spTree>
    <p:extLst>
      <p:ext uri="{BB962C8B-B14F-4D97-AF65-F5344CB8AC3E}">
        <p14:creationId xmlns:p14="http://schemas.microsoft.com/office/powerpoint/2010/main" val="376100431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FF0B-F43C-580E-F19E-DC4E7F5734FC}"/>
              </a:ext>
            </a:extLst>
          </p:cNvPr>
          <p:cNvSpPr>
            <a:spLocks noGrp="1"/>
          </p:cNvSpPr>
          <p:nvPr>
            <p:ph type="ctrTitle"/>
          </p:nvPr>
        </p:nvSpPr>
        <p:spPr/>
        <p:txBody>
          <a:bodyPr/>
          <a:lstStyle/>
          <a:p>
            <a:r>
              <a:rPr lang="en-US" sz="4000" dirty="0"/>
              <a:t>Shifting from "Who will leave?" to "Who can we save?"</a:t>
            </a:r>
            <a:endParaRPr lang="en-IL" sz="4000" dirty="0"/>
          </a:p>
        </p:txBody>
      </p:sp>
      <p:sp>
        <p:nvSpPr>
          <p:cNvPr id="3" name="Subtitle 2">
            <a:extLst>
              <a:ext uri="{FF2B5EF4-FFF2-40B4-BE49-F238E27FC236}">
                <a16:creationId xmlns:a16="http://schemas.microsoft.com/office/drawing/2014/main" id="{46776A68-7A21-596B-A664-A9EB276049DD}"/>
              </a:ext>
            </a:extLst>
          </p:cNvPr>
          <p:cNvSpPr>
            <a:spLocks noGrp="1"/>
          </p:cNvSpPr>
          <p:nvPr>
            <p:ph type="subTitle" idx="1"/>
          </p:nvPr>
        </p:nvSpPr>
        <p:spPr/>
        <p:txBody>
          <a:bodyPr/>
          <a:lstStyle/>
          <a:p>
            <a:r>
              <a:rPr lang="en-US" dirty="0"/>
              <a:t>Shahar Shpitaler </a:t>
            </a:r>
            <a:endParaRPr lang="en-IL" dirty="0"/>
          </a:p>
        </p:txBody>
      </p:sp>
    </p:spTree>
    <p:extLst>
      <p:ext uri="{BB962C8B-B14F-4D97-AF65-F5344CB8AC3E}">
        <p14:creationId xmlns:p14="http://schemas.microsoft.com/office/powerpoint/2010/main" val="2961662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64822-81D1-B60E-B0E1-986E7E50660E}"/>
              </a:ext>
            </a:extLst>
          </p:cNvPr>
          <p:cNvSpPr>
            <a:spLocks noGrp="1"/>
          </p:cNvSpPr>
          <p:nvPr>
            <p:ph type="title"/>
          </p:nvPr>
        </p:nvSpPr>
        <p:spPr/>
        <p:txBody>
          <a:bodyPr>
            <a:normAutofit/>
          </a:bodyPr>
          <a:lstStyle/>
          <a:p>
            <a:r>
              <a:rPr lang="en-US" dirty="0"/>
              <a:t>The Challenge &amp; Our Goal</a:t>
            </a:r>
            <a:endParaRPr lang="en-IL" dirty="0"/>
          </a:p>
        </p:txBody>
      </p:sp>
      <p:sp>
        <p:nvSpPr>
          <p:cNvPr id="3" name="Content Placeholder 2">
            <a:extLst>
              <a:ext uri="{FF2B5EF4-FFF2-40B4-BE49-F238E27FC236}">
                <a16:creationId xmlns:a16="http://schemas.microsoft.com/office/drawing/2014/main" id="{3DA69CA7-BA2B-F82A-9BFA-F126766B34D7}"/>
              </a:ext>
            </a:extLst>
          </p:cNvPr>
          <p:cNvSpPr>
            <a:spLocks noGrp="1"/>
          </p:cNvSpPr>
          <p:nvPr>
            <p:ph idx="1"/>
          </p:nvPr>
        </p:nvSpPr>
        <p:spPr/>
        <p:txBody>
          <a:bodyPr>
            <a:normAutofit/>
          </a:bodyPr>
          <a:lstStyle/>
          <a:p>
            <a:r>
              <a:rPr lang="en-US" dirty="0"/>
              <a:t>The Business Problem: Customer churn is costly, but reaching out to every single at-risk customer is inefficient, and sometimes counterproductive.</a:t>
            </a:r>
            <a:endParaRPr lang="he-IL" dirty="0"/>
          </a:p>
          <a:p>
            <a:r>
              <a:rPr lang="en-US" dirty="0"/>
              <a:t>The Traditional Approach: Standard models only predict who is going to leave. The flaw? We end up wasting resources on people who cannot be saved, or worse, bothering people who weren't going to leave.</a:t>
            </a:r>
            <a:endParaRPr lang="he-IL" dirty="0"/>
          </a:p>
          <a:p>
            <a:r>
              <a:rPr lang="en-US" dirty="0"/>
              <a:t>Our New Objective: Move from predicting churn to driving retention. Instead of asking, "Who will churn?", we are asking, "Who will stay only if we contact them?"</a:t>
            </a:r>
            <a:endParaRPr lang="en-IL" dirty="0"/>
          </a:p>
        </p:txBody>
      </p:sp>
    </p:spTree>
    <p:extLst>
      <p:ext uri="{BB962C8B-B14F-4D97-AF65-F5344CB8AC3E}">
        <p14:creationId xmlns:p14="http://schemas.microsoft.com/office/powerpoint/2010/main" val="1759973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995E0-18B3-B8FF-3BFB-2E2948F11CEA}"/>
              </a:ext>
            </a:extLst>
          </p:cNvPr>
          <p:cNvSpPr>
            <a:spLocks noGrp="1"/>
          </p:cNvSpPr>
          <p:nvPr>
            <p:ph type="title"/>
          </p:nvPr>
        </p:nvSpPr>
        <p:spPr/>
        <p:txBody>
          <a:bodyPr>
            <a:normAutofit fontScale="90000"/>
          </a:bodyPr>
          <a:lstStyle/>
          <a:p>
            <a:r>
              <a:rPr lang="en-US" dirty="0"/>
              <a:t>Combining Behavioral Data with Advanced AI</a:t>
            </a:r>
            <a:endParaRPr lang="en-IL" dirty="0"/>
          </a:p>
        </p:txBody>
      </p:sp>
      <p:sp>
        <p:nvSpPr>
          <p:cNvPr id="3" name="Content Placeholder 2">
            <a:extLst>
              <a:ext uri="{FF2B5EF4-FFF2-40B4-BE49-F238E27FC236}">
                <a16:creationId xmlns:a16="http://schemas.microsoft.com/office/drawing/2014/main" id="{B5E777E4-578C-47BA-8363-F9ADC9B9B6FB}"/>
              </a:ext>
            </a:extLst>
          </p:cNvPr>
          <p:cNvSpPr>
            <a:spLocks noGrp="1"/>
          </p:cNvSpPr>
          <p:nvPr>
            <p:ph idx="1"/>
          </p:nvPr>
        </p:nvSpPr>
        <p:spPr/>
        <p:txBody>
          <a:bodyPr>
            <a:normAutofit fontScale="85000" lnSpcReduction="20000"/>
          </a:bodyPr>
          <a:lstStyle/>
          <a:p>
            <a:r>
              <a:rPr lang="en-US" dirty="0"/>
              <a:t>Our engine combines three distinct layers of member data:</a:t>
            </a:r>
            <a:r>
              <a:rPr lang="he-IL" dirty="0"/>
              <a:t> </a:t>
            </a:r>
          </a:p>
          <a:p>
            <a:pPr lvl="1">
              <a:buFont typeface="Wingdings" panose="05000000000000000000" pitchFamily="2" charset="2"/>
              <a:buChar char="§"/>
            </a:pPr>
            <a:r>
              <a:rPr lang="en-US" dirty="0"/>
              <a:t>App Usage: Daily engagement and digital habits.</a:t>
            </a:r>
            <a:endParaRPr lang="he-IL" dirty="0"/>
          </a:p>
          <a:p>
            <a:pPr lvl="1">
              <a:buFont typeface="Wingdings" panose="05000000000000000000" pitchFamily="2" charset="2"/>
              <a:buChar char="§"/>
            </a:pPr>
            <a:r>
              <a:rPr lang="en-US" dirty="0"/>
              <a:t>Claims Data: Historical diagnoses.</a:t>
            </a:r>
            <a:endParaRPr lang="he-IL" dirty="0"/>
          </a:p>
          <a:p>
            <a:pPr lvl="1">
              <a:buFont typeface="Wingdings" panose="05000000000000000000" pitchFamily="2" charset="2"/>
              <a:buChar char="§"/>
            </a:pPr>
            <a:r>
              <a:rPr lang="en-US" dirty="0"/>
              <a:t>Web Data: Contextual information from the content they consume.</a:t>
            </a:r>
            <a:endParaRPr lang="he-IL" dirty="0"/>
          </a:p>
          <a:p>
            <a:r>
              <a:rPr lang="en-US" dirty="0"/>
              <a:t>We use an advanced AI language model to extract deep semantic meaning from the titles and descriptions of the web pages members interact with. This reveals their underlying interests and concerns.</a:t>
            </a:r>
            <a:endParaRPr lang="he-IL" dirty="0"/>
          </a:p>
          <a:p>
            <a:r>
              <a:rPr lang="en-US" dirty="0"/>
              <a:t>The Output: By fusing engagement history, claims, and contextual intent, every member receives a personalized "Uplift Score“, telling us exactly who will benefit most from our proactive outreach.</a:t>
            </a:r>
            <a:endParaRPr lang="en-IL" dirty="0"/>
          </a:p>
        </p:txBody>
      </p:sp>
    </p:spTree>
    <p:extLst>
      <p:ext uri="{BB962C8B-B14F-4D97-AF65-F5344CB8AC3E}">
        <p14:creationId xmlns:p14="http://schemas.microsoft.com/office/powerpoint/2010/main" val="3484580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DEDCE-D91D-355E-D89B-91CCA92FE5D8}"/>
              </a:ext>
            </a:extLst>
          </p:cNvPr>
          <p:cNvSpPr>
            <a:spLocks noGrp="1"/>
          </p:cNvSpPr>
          <p:nvPr>
            <p:ph type="title"/>
          </p:nvPr>
        </p:nvSpPr>
        <p:spPr/>
        <p:txBody>
          <a:bodyPr>
            <a:normAutofit fontScale="90000"/>
          </a:bodyPr>
          <a:lstStyle/>
          <a:p>
            <a:r>
              <a:rPr lang="en-US" dirty="0"/>
              <a:t>Finding the Optimal "Sweet Spot" for Outreach</a:t>
            </a:r>
            <a:endParaRPr lang="en-IL" dirty="0"/>
          </a:p>
        </p:txBody>
      </p:sp>
      <p:sp>
        <p:nvSpPr>
          <p:cNvPr id="3" name="Content Placeholder 2">
            <a:extLst>
              <a:ext uri="{FF2B5EF4-FFF2-40B4-BE49-F238E27FC236}">
                <a16:creationId xmlns:a16="http://schemas.microsoft.com/office/drawing/2014/main" id="{BD409F4C-9B31-085D-8E83-D4FD2E3DD0A9}"/>
              </a:ext>
            </a:extLst>
          </p:cNvPr>
          <p:cNvSpPr>
            <a:spLocks noGrp="1"/>
          </p:cNvSpPr>
          <p:nvPr>
            <p:ph idx="1"/>
          </p:nvPr>
        </p:nvSpPr>
        <p:spPr>
          <a:xfrm>
            <a:off x="1295396" y="2457343"/>
            <a:ext cx="9601196" cy="747584"/>
          </a:xfrm>
        </p:spPr>
        <p:txBody>
          <a:bodyPr>
            <a:normAutofit fontScale="92500" lnSpcReduction="10000"/>
          </a:bodyPr>
          <a:lstStyle/>
          <a:p>
            <a:r>
              <a:rPr lang="en-US" dirty="0"/>
              <a:t>Strategic Efficiency: Identifying the Optimal Threshold to Maximize ROI Before Diminishing Returns.</a:t>
            </a:r>
            <a:endParaRPr lang="en-IL" dirty="0"/>
          </a:p>
        </p:txBody>
      </p:sp>
      <p:graphicFrame>
        <p:nvGraphicFramePr>
          <p:cNvPr id="6" name="Chart 5">
            <a:extLst>
              <a:ext uri="{FF2B5EF4-FFF2-40B4-BE49-F238E27FC236}">
                <a16:creationId xmlns:a16="http://schemas.microsoft.com/office/drawing/2014/main" id="{5A6803DB-BBAF-310C-B6F0-7AFB8E06408A}"/>
              </a:ext>
            </a:extLst>
          </p:cNvPr>
          <p:cNvGraphicFramePr>
            <a:graphicFrameLocks/>
          </p:cNvGraphicFramePr>
          <p:nvPr>
            <p:extLst>
              <p:ext uri="{D42A27DB-BD31-4B8C-83A1-F6EECF244321}">
                <p14:modId xmlns:p14="http://schemas.microsoft.com/office/powerpoint/2010/main" val="546953716"/>
              </p:ext>
            </p:extLst>
          </p:nvPr>
        </p:nvGraphicFramePr>
        <p:xfrm>
          <a:off x="6503399" y="3200402"/>
          <a:ext cx="4393193"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Table 6">
            <a:extLst>
              <a:ext uri="{FF2B5EF4-FFF2-40B4-BE49-F238E27FC236}">
                <a16:creationId xmlns:a16="http://schemas.microsoft.com/office/drawing/2014/main" id="{DFA16E47-C613-9C3A-44A3-59622335F775}"/>
              </a:ext>
            </a:extLst>
          </p:cNvPr>
          <p:cNvGraphicFramePr>
            <a:graphicFrameLocks noGrp="1"/>
          </p:cNvGraphicFramePr>
          <p:nvPr>
            <p:extLst>
              <p:ext uri="{D42A27DB-BD31-4B8C-83A1-F6EECF244321}">
                <p14:modId xmlns:p14="http://schemas.microsoft.com/office/powerpoint/2010/main" val="322325777"/>
              </p:ext>
            </p:extLst>
          </p:nvPr>
        </p:nvGraphicFramePr>
        <p:xfrm>
          <a:off x="986822" y="3279586"/>
          <a:ext cx="5109172" cy="2584832"/>
        </p:xfrm>
        <a:graphic>
          <a:graphicData uri="http://schemas.openxmlformats.org/drawingml/2006/table">
            <a:tbl>
              <a:tblPr firstRow="1" bandRow="1">
                <a:tableStyleId>{5940675A-B579-460E-94D1-54222C63F5DA}</a:tableStyleId>
              </a:tblPr>
              <a:tblGrid>
                <a:gridCol w="1277293">
                  <a:extLst>
                    <a:ext uri="{9D8B030D-6E8A-4147-A177-3AD203B41FA5}">
                      <a16:colId xmlns:a16="http://schemas.microsoft.com/office/drawing/2014/main" val="681544454"/>
                    </a:ext>
                  </a:extLst>
                </a:gridCol>
                <a:gridCol w="1277293">
                  <a:extLst>
                    <a:ext uri="{9D8B030D-6E8A-4147-A177-3AD203B41FA5}">
                      <a16:colId xmlns:a16="http://schemas.microsoft.com/office/drawing/2014/main" val="820258823"/>
                    </a:ext>
                  </a:extLst>
                </a:gridCol>
                <a:gridCol w="1277293">
                  <a:extLst>
                    <a:ext uri="{9D8B030D-6E8A-4147-A177-3AD203B41FA5}">
                      <a16:colId xmlns:a16="http://schemas.microsoft.com/office/drawing/2014/main" val="1806813375"/>
                    </a:ext>
                  </a:extLst>
                </a:gridCol>
                <a:gridCol w="1277293">
                  <a:extLst>
                    <a:ext uri="{9D8B030D-6E8A-4147-A177-3AD203B41FA5}">
                      <a16:colId xmlns:a16="http://schemas.microsoft.com/office/drawing/2014/main" val="2406632508"/>
                    </a:ext>
                  </a:extLst>
                </a:gridCol>
              </a:tblGrid>
              <a:tr h="486188">
                <a:tc>
                  <a:txBody>
                    <a:bodyPr/>
                    <a:lstStyle/>
                    <a:p>
                      <a:r>
                        <a:rPr lang="en-US" dirty="0"/>
                        <a:t>Estimated saves</a:t>
                      </a:r>
                      <a:endParaRPr lang="en-IL" dirty="0"/>
                    </a:p>
                  </a:txBody>
                  <a:tcPr/>
                </a:tc>
                <a:tc>
                  <a:txBody>
                    <a:bodyPr/>
                    <a:lstStyle/>
                    <a:p>
                      <a:r>
                        <a:rPr lang="en-US" dirty="0"/>
                        <a:t>Calls</a:t>
                      </a:r>
                      <a:endParaRPr lang="en-IL" dirty="0"/>
                    </a:p>
                  </a:txBody>
                  <a:tcPr/>
                </a:tc>
                <a:tc>
                  <a:txBody>
                    <a:bodyPr/>
                    <a:lstStyle/>
                    <a:p>
                      <a:r>
                        <a:rPr lang="en-US" dirty="0"/>
                        <a:t>Calls/saves</a:t>
                      </a:r>
                      <a:endParaRPr lang="en-IL" dirty="0"/>
                    </a:p>
                  </a:txBody>
                  <a:tcPr/>
                </a:tc>
                <a:tc>
                  <a:txBody>
                    <a:bodyPr/>
                    <a:lstStyle/>
                    <a:p>
                      <a:r>
                        <a:rPr lang="en-US" dirty="0"/>
                        <a:t>Uplift threshold</a:t>
                      </a:r>
                      <a:endParaRPr lang="en-IL" dirty="0"/>
                    </a:p>
                  </a:txBody>
                  <a:tcPr/>
                </a:tc>
                <a:extLst>
                  <a:ext uri="{0D108BD9-81ED-4DB2-BD59-A6C34878D82A}">
                    <a16:rowId xmlns:a16="http://schemas.microsoft.com/office/drawing/2014/main" val="707378456"/>
                  </a:ext>
                </a:extLst>
              </a:tr>
              <a:tr h="486188">
                <a:tc>
                  <a:txBody>
                    <a:bodyPr/>
                    <a:lstStyle/>
                    <a:p>
                      <a:r>
                        <a:rPr lang="en-US" dirty="0"/>
                        <a:t>~243</a:t>
                      </a:r>
                      <a:endParaRPr lang="en-IL" dirty="0"/>
                    </a:p>
                  </a:txBody>
                  <a:tcPr/>
                </a:tc>
                <a:tc>
                  <a:txBody>
                    <a:bodyPr/>
                    <a:lstStyle/>
                    <a:p>
                      <a:r>
                        <a:rPr lang="en-US" dirty="0"/>
                        <a:t>6143</a:t>
                      </a:r>
                      <a:endParaRPr lang="en-IL" dirty="0"/>
                    </a:p>
                  </a:txBody>
                  <a:tcPr/>
                </a:tc>
                <a:tc>
                  <a:txBody>
                    <a:bodyPr/>
                    <a:lstStyle/>
                    <a:p>
                      <a:r>
                        <a:rPr lang="en-US" dirty="0"/>
                        <a:t>25.28</a:t>
                      </a:r>
                      <a:endParaRPr lang="en-IL" dirty="0"/>
                    </a:p>
                  </a:txBody>
                  <a:tcPr/>
                </a:tc>
                <a:tc>
                  <a:txBody>
                    <a:bodyPr/>
                    <a:lstStyle/>
                    <a:p>
                      <a:r>
                        <a:rPr lang="en-US" dirty="0"/>
                        <a:t>0.5%</a:t>
                      </a:r>
                      <a:endParaRPr lang="en-IL" dirty="0"/>
                    </a:p>
                  </a:txBody>
                  <a:tcPr/>
                </a:tc>
                <a:extLst>
                  <a:ext uri="{0D108BD9-81ED-4DB2-BD59-A6C34878D82A}">
                    <a16:rowId xmlns:a16="http://schemas.microsoft.com/office/drawing/2014/main" val="1093444"/>
                  </a:ext>
                </a:extLst>
              </a:tr>
              <a:tr h="486188">
                <a:tc>
                  <a:txBody>
                    <a:bodyPr/>
                    <a:lstStyle/>
                    <a:p>
                      <a:r>
                        <a:rPr lang="en-US" dirty="0"/>
                        <a:t>~165</a:t>
                      </a:r>
                      <a:endParaRPr lang="en-IL" dirty="0"/>
                    </a:p>
                  </a:txBody>
                  <a:tcPr>
                    <a:solidFill>
                      <a:schemeClr val="accent6">
                        <a:lumMod val="40000"/>
                        <a:lumOff val="60000"/>
                      </a:schemeClr>
                    </a:solidFill>
                  </a:tcPr>
                </a:tc>
                <a:tc>
                  <a:txBody>
                    <a:bodyPr/>
                    <a:lstStyle/>
                    <a:p>
                      <a:r>
                        <a:rPr lang="en-IL" sz="1800" b="0" i="0" kern="1200" dirty="0">
                          <a:solidFill>
                            <a:schemeClr val="tx1"/>
                          </a:solidFill>
                          <a:effectLst/>
                          <a:latin typeface="+mn-lt"/>
                          <a:ea typeface="+mn-ea"/>
                          <a:cs typeface="+mn-cs"/>
                        </a:rPr>
                        <a:t>2528</a:t>
                      </a:r>
                      <a:endParaRPr lang="en-IL" dirty="0"/>
                    </a:p>
                  </a:txBody>
                  <a:tcPr>
                    <a:solidFill>
                      <a:schemeClr val="accent6">
                        <a:lumMod val="40000"/>
                        <a:lumOff val="60000"/>
                      </a:schemeClr>
                    </a:solidFill>
                  </a:tcPr>
                </a:tc>
                <a:tc>
                  <a:txBody>
                    <a:bodyPr/>
                    <a:lstStyle/>
                    <a:p>
                      <a:r>
                        <a:rPr lang="en-US" dirty="0"/>
                        <a:t>15.32</a:t>
                      </a:r>
                      <a:endParaRPr lang="en-IL" dirty="0"/>
                    </a:p>
                  </a:txBody>
                  <a:tcPr>
                    <a:solidFill>
                      <a:schemeClr val="accent6">
                        <a:lumMod val="40000"/>
                        <a:lumOff val="60000"/>
                      </a:schemeClr>
                    </a:solidFill>
                  </a:tcPr>
                </a:tc>
                <a:tc>
                  <a:txBody>
                    <a:bodyPr/>
                    <a:lstStyle/>
                    <a:p>
                      <a:r>
                        <a:rPr lang="en-US" dirty="0"/>
                        <a:t>3.96%</a:t>
                      </a:r>
                      <a:endParaRPr lang="en-IL" dirty="0"/>
                    </a:p>
                  </a:txBody>
                  <a:tcPr>
                    <a:solidFill>
                      <a:schemeClr val="accent6">
                        <a:lumMod val="40000"/>
                        <a:lumOff val="60000"/>
                      </a:schemeClr>
                    </a:solidFill>
                  </a:tcPr>
                </a:tc>
                <a:extLst>
                  <a:ext uri="{0D108BD9-81ED-4DB2-BD59-A6C34878D82A}">
                    <a16:rowId xmlns:a16="http://schemas.microsoft.com/office/drawing/2014/main" val="3983747318"/>
                  </a:ext>
                </a:extLst>
              </a:tr>
              <a:tr h="486188">
                <a:tc>
                  <a:txBody>
                    <a:bodyPr/>
                    <a:lstStyle/>
                    <a:p>
                      <a:r>
                        <a:rPr lang="en-US" dirty="0"/>
                        <a:t>~132</a:t>
                      </a:r>
                      <a:endParaRPr lang="en-IL" dirty="0"/>
                    </a:p>
                  </a:txBody>
                  <a:tcPr/>
                </a:tc>
                <a:tc>
                  <a:txBody>
                    <a:bodyPr/>
                    <a:lstStyle/>
                    <a:p>
                      <a:r>
                        <a:rPr lang="en-US" dirty="0"/>
                        <a:t>1793</a:t>
                      </a:r>
                      <a:endParaRPr lang="en-IL" dirty="0"/>
                    </a:p>
                  </a:txBody>
                  <a:tcPr/>
                </a:tc>
                <a:tc>
                  <a:txBody>
                    <a:bodyPr/>
                    <a:lstStyle/>
                    <a:p>
                      <a:r>
                        <a:rPr lang="en-US" dirty="0"/>
                        <a:t>13.58</a:t>
                      </a:r>
                      <a:endParaRPr lang="en-IL" dirty="0"/>
                    </a:p>
                  </a:txBody>
                  <a:tcPr/>
                </a:tc>
                <a:tc>
                  <a:txBody>
                    <a:bodyPr/>
                    <a:lstStyle/>
                    <a:p>
                      <a:r>
                        <a:rPr lang="en-US" dirty="0"/>
                        <a:t>5%</a:t>
                      </a:r>
                      <a:endParaRPr lang="en-IL" dirty="0"/>
                    </a:p>
                  </a:txBody>
                  <a:tcPr/>
                </a:tc>
                <a:extLst>
                  <a:ext uri="{0D108BD9-81ED-4DB2-BD59-A6C34878D82A}">
                    <a16:rowId xmlns:a16="http://schemas.microsoft.com/office/drawing/2014/main" val="3924030985"/>
                  </a:ext>
                </a:extLst>
              </a:tr>
              <a:tr h="486188">
                <a:tc>
                  <a:txBody>
                    <a:bodyPr/>
                    <a:lstStyle/>
                    <a:p>
                      <a:r>
                        <a:rPr lang="en-US" dirty="0"/>
                        <a:t>~231</a:t>
                      </a:r>
                      <a:endParaRPr lang="en-IL" dirty="0"/>
                    </a:p>
                  </a:txBody>
                  <a:tcPr/>
                </a:tc>
                <a:tc>
                  <a:txBody>
                    <a:bodyPr/>
                    <a:lstStyle/>
                    <a:p>
                      <a:r>
                        <a:rPr lang="en-US" dirty="0"/>
                        <a:t>5014</a:t>
                      </a:r>
                      <a:endParaRPr lang="en-IL" dirty="0"/>
                    </a:p>
                  </a:txBody>
                  <a:tcPr/>
                </a:tc>
                <a:tc>
                  <a:txBody>
                    <a:bodyPr/>
                    <a:lstStyle/>
                    <a:p>
                      <a:r>
                        <a:rPr lang="en-US" dirty="0"/>
                        <a:t>21.7</a:t>
                      </a:r>
                      <a:endParaRPr lang="en-IL" dirty="0"/>
                    </a:p>
                  </a:txBody>
                  <a:tcPr/>
                </a:tc>
                <a:tc>
                  <a:txBody>
                    <a:bodyPr/>
                    <a:lstStyle/>
                    <a:p>
                      <a:r>
                        <a:rPr lang="en-US" dirty="0"/>
                        <a:t>1.5%</a:t>
                      </a:r>
                      <a:endParaRPr lang="en-IL" dirty="0"/>
                    </a:p>
                  </a:txBody>
                  <a:tcPr/>
                </a:tc>
                <a:extLst>
                  <a:ext uri="{0D108BD9-81ED-4DB2-BD59-A6C34878D82A}">
                    <a16:rowId xmlns:a16="http://schemas.microsoft.com/office/drawing/2014/main" val="3263322230"/>
                  </a:ext>
                </a:extLst>
              </a:tr>
            </a:tbl>
          </a:graphicData>
        </a:graphic>
      </p:graphicFrame>
    </p:spTree>
    <p:extLst>
      <p:ext uri="{BB962C8B-B14F-4D97-AF65-F5344CB8AC3E}">
        <p14:creationId xmlns:p14="http://schemas.microsoft.com/office/powerpoint/2010/main" val="3337140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A7F0C-2877-FE38-55FD-F9F90771062A}"/>
              </a:ext>
            </a:extLst>
          </p:cNvPr>
          <p:cNvSpPr>
            <a:spLocks noGrp="1"/>
          </p:cNvSpPr>
          <p:nvPr>
            <p:ph type="title"/>
          </p:nvPr>
        </p:nvSpPr>
        <p:spPr/>
        <p:txBody>
          <a:bodyPr/>
          <a:lstStyle/>
          <a:p>
            <a:r>
              <a:rPr lang="en-US" dirty="0"/>
              <a:t>Roadmap to Production &amp; Validation</a:t>
            </a:r>
            <a:endParaRPr lang="en-IL" dirty="0"/>
          </a:p>
        </p:txBody>
      </p:sp>
      <p:sp>
        <p:nvSpPr>
          <p:cNvPr id="3" name="Content Placeholder 2">
            <a:extLst>
              <a:ext uri="{FF2B5EF4-FFF2-40B4-BE49-F238E27FC236}">
                <a16:creationId xmlns:a16="http://schemas.microsoft.com/office/drawing/2014/main" id="{A44D0910-106F-25B7-262D-7A4014D996EE}"/>
              </a:ext>
            </a:extLst>
          </p:cNvPr>
          <p:cNvSpPr>
            <a:spLocks noGrp="1"/>
          </p:cNvSpPr>
          <p:nvPr>
            <p:ph idx="1"/>
          </p:nvPr>
        </p:nvSpPr>
        <p:spPr>
          <a:xfrm>
            <a:off x="1295402" y="2565984"/>
            <a:ext cx="9976163" cy="3626585"/>
          </a:xfrm>
        </p:spPr>
        <p:txBody>
          <a:bodyPr>
            <a:normAutofit fontScale="62500" lnSpcReduction="20000"/>
          </a:bodyPr>
          <a:lstStyle/>
          <a:p>
            <a:r>
              <a:rPr lang="en-US" dirty="0"/>
              <a:t>Phase 1: Controlled Pilot (A/B Test)</a:t>
            </a:r>
          </a:p>
          <a:p>
            <a:pPr lvl="1"/>
            <a:r>
              <a:rPr lang="en-US" dirty="0"/>
              <a:t>Randomly split the prioritized Top N Outreach List into two groups: Treatment (80%) and Control (20%).</a:t>
            </a:r>
          </a:p>
          <a:p>
            <a:pPr lvl="1"/>
            <a:r>
              <a:rPr lang="en-US" dirty="0"/>
              <a:t>Goal: Isolate the causal effect of the outreach and verify the predicted uplift against a baseline that received no contact.</a:t>
            </a:r>
          </a:p>
          <a:p>
            <a:r>
              <a:rPr lang="en-US" dirty="0"/>
              <a:t>Phase 2: Performance Monitoring &amp; KPI Tracking</a:t>
            </a:r>
          </a:p>
          <a:p>
            <a:pPr lvl="1"/>
            <a:r>
              <a:rPr lang="en-US" dirty="0"/>
              <a:t>Monitor actual churn rates over a 30/60-day window.</a:t>
            </a:r>
          </a:p>
          <a:p>
            <a:pPr lvl="1"/>
            <a:r>
              <a:rPr lang="en-US" dirty="0"/>
              <a:t>Compare the Actual Lift (Difference in churn rates) vs. the Predicted Lift from the model.</a:t>
            </a:r>
          </a:p>
          <a:p>
            <a:pPr lvl="1"/>
            <a:r>
              <a:rPr lang="en-US" dirty="0"/>
              <a:t>Key Metric: Incremental Revenue Saved (Number of saved members × Average Revenue Per User).</a:t>
            </a:r>
          </a:p>
          <a:p>
            <a:r>
              <a:rPr lang="en-US" dirty="0"/>
              <a:t>Phase 3: Model Refresh &amp; Feedback Loop</a:t>
            </a:r>
          </a:p>
          <a:p>
            <a:pPr lvl="1"/>
            <a:r>
              <a:rPr lang="en-US" dirty="0"/>
              <a:t>Re-train the model using the new experimental data from the Pilot.</a:t>
            </a:r>
          </a:p>
          <a:p>
            <a:pPr lvl="1"/>
            <a:r>
              <a:rPr lang="en-US" dirty="0"/>
              <a:t>Refine detection by analyzing customers who churned specifically after receiving a call.</a:t>
            </a:r>
          </a:p>
          <a:p>
            <a:r>
              <a:rPr lang="en-US" dirty="0"/>
              <a:t>Phase 4: Full-Scale Deployment</a:t>
            </a:r>
          </a:p>
          <a:p>
            <a:pPr lvl="1"/>
            <a:r>
              <a:rPr lang="en-US" dirty="0"/>
              <a:t>Automate the daily/weekly scoring pipeline to provide the team with a new prioritized outreach list.</a:t>
            </a:r>
            <a:endParaRPr lang="en-IL" dirty="0"/>
          </a:p>
        </p:txBody>
      </p:sp>
    </p:spTree>
    <p:extLst>
      <p:ext uri="{BB962C8B-B14F-4D97-AF65-F5344CB8AC3E}">
        <p14:creationId xmlns:p14="http://schemas.microsoft.com/office/powerpoint/2010/main" val="406083300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Organic</Template>
  <TotalTime>508</TotalTime>
  <Words>515</Words>
  <Application>Microsoft Office PowerPoint</Application>
  <PresentationFormat>Widescreen</PresentationFormat>
  <Paragraphs>51</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Garamond</vt:lpstr>
      <vt:lpstr>Wingdings</vt:lpstr>
      <vt:lpstr>Organic</vt:lpstr>
      <vt:lpstr>Shifting from "Who will leave?" to "Who can we save?"</vt:lpstr>
      <vt:lpstr>The Challenge &amp; Our Goal</vt:lpstr>
      <vt:lpstr>Combining Behavioral Data with Advanced AI</vt:lpstr>
      <vt:lpstr>Finding the Optimal "Sweet Spot" for Outreach</vt:lpstr>
      <vt:lpstr>Roadmap to Production &amp; Validation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shahar shpitaler</dc:creator>
  <cp:lastModifiedBy>shahar shpitaler</cp:lastModifiedBy>
  <cp:revision>5</cp:revision>
  <dcterms:created xsi:type="dcterms:W3CDTF">2026-03-07T14:30:19Z</dcterms:created>
  <dcterms:modified xsi:type="dcterms:W3CDTF">2026-03-09T06:01:48Z</dcterms:modified>
</cp:coreProperties>
</file>